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2" r:id="rId4"/>
    <p:sldId id="259" r:id="rId5"/>
    <p:sldId id="260" r:id="rId6"/>
    <p:sldId id="262" r:id="rId7"/>
    <p:sldId id="261" r:id="rId8"/>
    <p:sldId id="263" r:id="rId9"/>
    <p:sldId id="271" r:id="rId10"/>
    <p:sldId id="273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0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4" Type="http://schemas.openxmlformats.org/officeDocument/2006/relationships/image" Target="../media/image32.svg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4.png"/><Relationship Id="rId7" Type="http://schemas.openxmlformats.org/officeDocument/2006/relationships/image" Target="../media/image7.png"/><Relationship Id="rId2" Type="http://schemas.openxmlformats.org/officeDocument/2006/relationships/image" Target="../media/image33.svg"/><Relationship Id="rId1" Type="http://schemas.openxmlformats.org/officeDocument/2006/relationships/image" Target="../media/image31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4" Type="http://schemas.openxmlformats.org/officeDocument/2006/relationships/image" Target="../media/image32.svg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4.png"/><Relationship Id="rId7" Type="http://schemas.openxmlformats.org/officeDocument/2006/relationships/image" Target="../media/image7.png"/><Relationship Id="rId2" Type="http://schemas.openxmlformats.org/officeDocument/2006/relationships/image" Target="../media/image33.svg"/><Relationship Id="rId1" Type="http://schemas.openxmlformats.org/officeDocument/2006/relationships/image" Target="../media/image31.png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09A50A9-0F01-4CAC-9647-A6AF7428DAA8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968CDEC-1291-4328-8EEC-76C31BB7CA3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Analyze the current customer support workflow</a:t>
          </a:r>
        </a:p>
      </dgm:t>
    </dgm:pt>
    <dgm:pt modelId="{CDA2AB62-1AF2-4732-A584-CCD0855F452E}" type="parTrans" cxnId="{E0AB1327-E0D8-4B19-96B7-F5A89C510E45}">
      <dgm:prSet/>
      <dgm:spPr/>
      <dgm:t>
        <a:bodyPr/>
        <a:lstStyle/>
        <a:p>
          <a:endParaRPr lang="en-US"/>
        </a:p>
      </dgm:t>
    </dgm:pt>
    <dgm:pt modelId="{52DE2FA5-E458-486F-93F2-C43A2AB2A3D9}" type="sibTrans" cxnId="{E0AB1327-E0D8-4B19-96B7-F5A89C510E45}">
      <dgm:prSet/>
      <dgm:spPr/>
      <dgm:t>
        <a:bodyPr/>
        <a:lstStyle/>
        <a:p>
          <a:endParaRPr lang="en-US"/>
        </a:p>
      </dgm:t>
    </dgm:pt>
    <dgm:pt modelId="{388EC6D4-B913-4DE9-A749-882DA52CB4F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Identify inefficiencies using customer complaint data</a:t>
          </a:r>
        </a:p>
      </dgm:t>
    </dgm:pt>
    <dgm:pt modelId="{1A805D83-B1BE-4812-9B22-1AA5341CC483}" type="parTrans" cxnId="{22CC11A8-DE6C-46FA-B60C-AABD93B77ED3}">
      <dgm:prSet/>
      <dgm:spPr/>
      <dgm:t>
        <a:bodyPr/>
        <a:lstStyle/>
        <a:p>
          <a:endParaRPr lang="en-US"/>
        </a:p>
      </dgm:t>
    </dgm:pt>
    <dgm:pt modelId="{46862850-51F4-4B1F-B5B7-C540FF7FFAA5}" type="sibTrans" cxnId="{22CC11A8-DE6C-46FA-B60C-AABD93B77ED3}">
      <dgm:prSet/>
      <dgm:spPr/>
      <dgm:t>
        <a:bodyPr/>
        <a:lstStyle/>
        <a:p>
          <a:endParaRPr lang="en-US"/>
        </a:p>
      </dgm:t>
    </dgm:pt>
    <dgm:pt modelId="{665707D5-C1F6-4EE0-9505-6D3A11AF1AB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Summarize recurring complaint themes</a:t>
          </a:r>
        </a:p>
      </dgm:t>
    </dgm:pt>
    <dgm:pt modelId="{CFBD6D53-200F-4B2E-9727-AD071A8E3AF5}" type="parTrans" cxnId="{F5CD33B9-9078-45FC-9A87-4E1B596AB33F}">
      <dgm:prSet/>
      <dgm:spPr/>
      <dgm:t>
        <a:bodyPr/>
        <a:lstStyle/>
        <a:p>
          <a:endParaRPr lang="en-US"/>
        </a:p>
      </dgm:t>
    </dgm:pt>
    <dgm:pt modelId="{C0966510-A04D-4E03-8A2E-47552159CA9A}" type="sibTrans" cxnId="{F5CD33B9-9078-45FC-9A87-4E1B596AB33F}">
      <dgm:prSet/>
      <dgm:spPr/>
      <dgm:t>
        <a:bodyPr/>
        <a:lstStyle/>
        <a:p>
          <a:endParaRPr lang="en-US"/>
        </a:p>
      </dgm:t>
    </dgm:pt>
    <dgm:pt modelId="{26568298-9731-4943-82ED-F2FA9DE43EA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Design an AI-enhanced future-state workflow</a:t>
          </a:r>
        </a:p>
      </dgm:t>
    </dgm:pt>
    <dgm:pt modelId="{2ADB67E8-18C4-40D0-8E62-C408D0832F54}" type="parTrans" cxnId="{2D8FDC3C-1376-49FC-B7DE-572534CB0C8E}">
      <dgm:prSet/>
      <dgm:spPr/>
      <dgm:t>
        <a:bodyPr/>
        <a:lstStyle/>
        <a:p>
          <a:endParaRPr lang="en-US"/>
        </a:p>
      </dgm:t>
    </dgm:pt>
    <dgm:pt modelId="{D6249A3C-D0BB-45C0-BB17-D2987CA6E208}" type="sibTrans" cxnId="{2D8FDC3C-1376-49FC-B7DE-572534CB0C8E}">
      <dgm:prSet/>
      <dgm:spPr/>
      <dgm:t>
        <a:bodyPr/>
        <a:lstStyle/>
        <a:p>
          <a:endParaRPr lang="en-US"/>
        </a:p>
      </dgm:t>
    </dgm:pt>
    <dgm:pt modelId="{8BC44D0B-BFC5-410B-8FFE-BCE0EC2B15E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Improve customer support efficiency using AI automation</a:t>
          </a:r>
        </a:p>
      </dgm:t>
    </dgm:pt>
    <dgm:pt modelId="{8E2DCC22-FEB9-4AED-B31C-9F33D8374DBA}" type="parTrans" cxnId="{9921D973-A04E-43B5-B271-C05A076B5185}">
      <dgm:prSet/>
      <dgm:spPr/>
      <dgm:t>
        <a:bodyPr/>
        <a:lstStyle/>
        <a:p>
          <a:endParaRPr lang="en-US"/>
        </a:p>
      </dgm:t>
    </dgm:pt>
    <dgm:pt modelId="{465038BE-DE31-4B83-8954-ED3685B2AA8F}" type="sibTrans" cxnId="{9921D973-A04E-43B5-B271-C05A076B5185}">
      <dgm:prSet/>
      <dgm:spPr/>
      <dgm:t>
        <a:bodyPr/>
        <a:lstStyle/>
        <a:p>
          <a:endParaRPr lang="en-US"/>
        </a:p>
      </dgm:t>
    </dgm:pt>
    <dgm:pt modelId="{A0A68E89-E53F-47DA-9CFC-076BBEB46E63}" type="pres">
      <dgm:prSet presAssocID="{509A50A9-0F01-4CAC-9647-A6AF7428DAA8}" presName="root" presStyleCnt="0">
        <dgm:presLayoutVars>
          <dgm:dir/>
          <dgm:resizeHandles val="exact"/>
        </dgm:presLayoutVars>
      </dgm:prSet>
      <dgm:spPr/>
    </dgm:pt>
    <dgm:pt modelId="{A6C42D1E-0DAD-4300-AD9B-8A4DCDCD62D8}" type="pres">
      <dgm:prSet presAssocID="{F968CDEC-1291-4328-8EEC-76C31BB7CA3D}" presName="compNode" presStyleCnt="0"/>
      <dgm:spPr/>
    </dgm:pt>
    <dgm:pt modelId="{B0215872-55B2-49E8-9EF7-36FE320CEFDD}" type="pres">
      <dgm:prSet presAssocID="{F968CDEC-1291-4328-8EEC-76C31BB7CA3D}" presName="iconBgRect" presStyleLbl="bgShp" presStyleIdx="0" presStyleCnt="5"/>
      <dgm:spPr/>
    </dgm:pt>
    <dgm:pt modelId="{1A873EAE-A594-4507-B29A-D705CF46F088}" type="pres">
      <dgm:prSet presAssocID="{F968CDEC-1291-4328-8EEC-76C31BB7CA3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E3EF60DC-E003-4681-8CC8-471569821C21}" type="pres">
      <dgm:prSet presAssocID="{F968CDEC-1291-4328-8EEC-76C31BB7CA3D}" presName="spaceRect" presStyleCnt="0"/>
      <dgm:spPr/>
    </dgm:pt>
    <dgm:pt modelId="{40366E24-6FF2-45AB-A117-B4442DEBF784}" type="pres">
      <dgm:prSet presAssocID="{F968CDEC-1291-4328-8EEC-76C31BB7CA3D}" presName="textRect" presStyleLbl="revTx" presStyleIdx="0" presStyleCnt="5">
        <dgm:presLayoutVars>
          <dgm:chMax val="1"/>
          <dgm:chPref val="1"/>
        </dgm:presLayoutVars>
      </dgm:prSet>
      <dgm:spPr/>
    </dgm:pt>
    <dgm:pt modelId="{0E9D484F-C20C-42C1-919D-780451D5D9D1}" type="pres">
      <dgm:prSet presAssocID="{52DE2FA5-E458-486F-93F2-C43A2AB2A3D9}" presName="sibTrans" presStyleCnt="0"/>
      <dgm:spPr/>
    </dgm:pt>
    <dgm:pt modelId="{6917B576-9DEB-438D-BBC9-2123A841AB27}" type="pres">
      <dgm:prSet presAssocID="{388EC6D4-B913-4DE9-A749-882DA52CB4F7}" presName="compNode" presStyleCnt="0"/>
      <dgm:spPr/>
    </dgm:pt>
    <dgm:pt modelId="{F628B8ED-2790-47CD-993F-0610C4810B4F}" type="pres">
      <dgm:prSet presAssocID="{388EC6D4-B913-4DE9-A749-882DA52CB4F7}" presName="iconBgRect" presStyleLbl="bgShp" presStyleIdx="1" presStyleCnt="5"/>
      <dgm:spPr/>
    </dgm:pt>
    <dgm:pt modelId="{079C2E96-CBED-4695-9D4E-3DFF9D1EA0CC}" type="pres">
      <dgm:prSet presAssocID="{388EC6D4-B913-4DE9-A749-882DA52CB4F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E04D55DC-C574-4F2D-BF1C-EC59FE8E3EE5}" type="pres">
      <dgm:prSet presAssocID="{388EC6D4-B913-4DE9-A749-882DA52CB4F7}" presName="spaceRect" presStyleCnt="0"/>
      <dgm:spPr/>
    </dgm:pt>
    <dgm:pt modelId="{EC6529D8-D103-4559-9A6B-846912B78364}" type="pres">
      <dgm:prSet presAssocID="{388EC6D4-B913-4DE9-A749-882DA52CB4F7}" presName="textRect" presStyleLbl="revTx" presStyleIdx="1" presStyleCnt="5">
        <dgm:presLayoutVars>
          <dgm:chMax val="1"/>
          <dgm:chPref val="1"/>
        </dgm:presLayoutVars>
      </dgm:prSet>
      <dgm:spPr/>
    </dgm:pt>
    <dgm:pt modelId="{8AD1BA07-5B86-4161-9996-87A1515DBF10}" type="pres">
      <dgm:prSet presAssocID="{46862850-51F4-4B1F-B5B7-C540FF7FFAA5}" presName="sibTrans" presStyleCnt="0"/>
      <dgm:spPr/>
    </dgm:pt>
    <dgm:pt modelId="{6BF00D3F-B5F5-490B-803A-5C981BC1EB37}" type="pres">
      <dgm:prSet presAssocID="{665707D5-C1F6-4EE0-9505-6D3A11AF1ABC}" presName="compNode" presStyleCnt="0"/>
      <dgm:spPr/>
    </dgm:pt>
    <dgm:pt modelId="{9466E3A8-205A-4203-9AA0-5F9ABBE76D91}" type="pres">
      <dgm:prSet presAssocID="{665707D5-C1F6-4EE0-9505-6D3A11AF1ABC}" presName="iconBgRect" presStyleLbl="bgShp" presStyleIdx="2" presStyleCnt="5"/>
      <dgm:spPr/>
    </dgm:pt>
    <dgm:pt modelId="{2FFFBE11-8544-4475-AA11-8A0364393AC6}" type="pres">
      <dgm:prSet presAssocID="{665707D5-C1F6-4EE0-9505-6D3A11AF1ABC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CF5128E-66DB-45C4-89BC-176C1370B197}" type="pres">
      <dgm:prSet presAssocID="{665707D5-C1F6-4EE0-9505-6D3A11AF1ABC}" presName="spaceRect" presStyleCnt="0"/>
      <dgm:spPr/>
    </dgm:pt>
    <dgm:pt modelId="{90A3DBFD-6242-412A-8B09-1D1DBB43AAA4}" type="pres">
      <dgm:prSet presAssocID="{665707D5-C1F6-4EE0-9505-6D3A11AF1ABC}" presName="textRect" presStyleLbl="revTx" presStyleIdx="2" presStyleCnt="5">
        <dgm:presLayoutVars>
          <dgm:chMax val="1"/>
          <dgm:chPref val="1"/>
        </dgm:presLayoutVars>
      </dgm:prSet>
      <dgm:spPr/>
    </dgm:pt>
    <dgm:pt modelId="{A357C7EE-EACD-4E3D-8AD2-733677BB5F51}" type="pres">
      <dgm:prSet presAssocID="{C0966510-A04D-4E03-8A2E-47552159CA9A}" presName="sibTrans" presStyleCnt="0"/>
      <dgm:spPr/>
    </dgm:pt>
    <dgm:pt modelId="{8D119FF3-47BA-46F2-A8E3-C84CC93D33F1}" type="pres">
      <dgm:prSet presAssocID="{26568298-9731-4943-82ED-F2FA9DE43EAD}" presName="compNode" presStyleCnt="0"/>
      <dgm:spPr/>
    </dgm:pt>
    <dgm:pt modelId="{205992ED-86D4-4C0F-B134-BA65CB001DD0}" type="pres">
      <dgm:prSet presAssocID="{26568298-9731-4943-82ED-F2FA9DE43EAD}" presName="iconBgRect" presStyleLbl="bgShp" presStyleIdx="3" presStyleCnt="5"/>
      <dgm:spPr/>
    </dgm:pt>
    <dgm:pt modelId="{23D55A2B-C38D-40A7-A9C2-F77B934A7D87}" type="pres">
      <dgm:prSet presAssocID="{26568298-9731-4943-82ED-F2FA9DE43EAD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6147ED48-802E-4C9E-A775-0EC1C2A72128}" type="pres">
      <dgm:prSet presAssocID="{26568298-9731-4943-82ED-F2FA9DE43EAD}" presName="spaceRect" presStyleCnt="0"/>
      <dgm:spPr/>
    </dgm:pt>
    <dgm:pt modelId="{701CE70B-9EFA-41A5-B429-BD4E7B542E10}" type="pres">
      <dgm:prSet presAssocID="{26568298-9731-4943-82ED-F2FA9DE43EAD}" presName="textRect" presStyleLbl="revTx" presStyleIdx="3" presStyleCnt="5">
        <dgm:presLayoutVars>
          <dgm:chMax val="1"/>
          <dgm:chPref val="1"/>
        </dgm:presLayoutVars>
      </dgm:prSet>
      <dgm:spPr/>
    </dgm:pt>
    <dgm:pt modelId="{4C83D0D0-B87C-47F0-B785-41A445305A7A}" type="pres">
      <dgm:prSet presAssocID="{D6249A3C-D0BB-45C0-BB17-D2987CA6E208}" presName="sibTrans" presStyleCnt="0"/>
      <dgm:spPr/>
    </dgm:pt>
    <dgm:pt modelId="{BEF757E9-24FA-4037-B2F6-31EBBAEA692A}" type="pres">
      <dgm:prSet presAssocID="{8BC44D0B-BFC5-410B-8FFE-BCE0EC2B15EC}" presName="compNode" presStyleCnt="0"/>
      <dgm:spPr/>
    </dgm:pt>
    <dgm:pt modelId="{E767A284-1CC8-40F6-9DA3-38242F067B51}" type="pres">
      <dgm:prSet presAssocID="{8BC44D0B-BFC5-410B-8FFE-BCE0EC2B15EC}" presName="iconBgRect" presStyleLbl="bgShp" presStyleIdx="4" presStyleCnt="5"/>
      <dgm:spPr/>
    </dgm:pt>
    <dgm:pt modelId="{CF961BB4-1C69-45CB-B770-A005A7FD94F0}" type="pres">
      <dgm:prSet presAssocID="{8BC44D0B-BFC5-410B-8FFE-BCE0EC2B15E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A91EC29-6DF7-4901-B8E3-2074EC781FD7}" type="pres">
      <dgm:prSet presAssocID="{8BC44D0B-BFC5-410B-8FFE-BCE0EC2B15EC}" presName="spaceRect" presStyleCnt="0"/>
      <dgm:spPr/>
    </dgm:pt>
    <dgm:pt modelId="{8C73BDAE-5C56-4670-BE9E-53F8A9AAB749}" type="pres">
      <dgm:prSet presAssocID="{8BC44D0B-BFC5-410B-8FFE-BCE0EC2B15EC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E0AB1327-E0D8-4B19-96B7-F5A89C510E45}" srcId="{509A50A9-0F01-4CAC-9647-A6AF7428DAA8}" destId="{F968CDEC-1291-4328-8EEC-76C31BB7CA3D}" srcOrd="0" destOrd="0" parTransId="{CDA2AB62-1AF2-4732-A584-CCD0855F452E}" sibTransId="{52DE2FA5-E458-486F-93F2-C43A2AB2A3D9}"/>
    <dgm:cxn modelId="{2D8FDC3C-1376-49FC-B7DE-572534CB0C8E}" srcId="{509A50A9-0F01-4CAC-9647-A6AF7428DAA8}" destId="{26568298-9731-4943-82ED-F2FA9DE43EAD}" srcOrd="3" destOrd="0" parTransId="{2ADB67E8-18C4-40D0-8E62-C408D0832F54}" sibTransId="{D6249A3C-D0BB-45C0-BB17-D2987CA6E208}"/>
    <dgm:cxn modelId="{9921D973-A04E-43B5-B271-C05A076B5185}" srcId="{509A50A9-0F01-4CAC-9647-A6AF7428DAA8}" destId="{8BC44D0B-BFC5-410B-8FFE-BCE0EC2B15EC}" srcOrd="4" destOrd="0" parTransId="{8E2DCC22-FEB9-4AED-B31C-9F33D8374DBA}" sibTransId="{465038BE-DE31-4B83-8954-ED3685B2AA8F}"/>
    <dgm:cxn modelId="{96B61758-E485-4352-B08E-3F510591FBC0}" type="presOf" srcId="{388EC6D4-B913-4DE9-A749-882DA52CB4F7}" destId="{EC6529D8-D103-4559-9A6B-846912B78364}" srcOrd="0" destOrd="0" presId="urn:microsoft.com/office/officeart/2018/5/layout/IconCircleLabelList"/>
    <dgm:cxn modelId="{CD5E9C95-33E0-464B-AEA3-594D287508E1}" type="presOf" srcId="{26568298-9731-4943-82ED-F2FA9DE43EAD}" destId="{701CE70B-9EFA-41A5-B429-BD4E7B542E10}" srcOrd="0" destOrd="0" presId="urn:microsoft.com/office/officeart/2018/5/layout/IconCircleLabelList"/>
    <dgm:cxn modelId="{26A3999B-FFEF-48C8-A1A3-11C93AD97091}" type="presOf" srcId="{8BC44D0B-BFC5-410B-8FFE-BCE0EC2B15EC}" destId="{8C73BDAE-5C56-4670-BE9E-53F8A9AAB749}" srcOrd="0" destOrd="0" presId="urn:microsoft.com/office/officeart/2018/5/layout/IconCircleLabelList"/>
    <dgm:cxn modelId="{089613A5-AFED-4F12-82DA-5A45C684BBE8}" type="presOf" srcId="{F968CDEC-1291-4328-8EEC-76C31BB7CA3D}" destId="{40366E24-6FF2-45AB-A117-B4442DEBF784}" srcOrd="0" destOrd="0" presId="urn:microsoft.com/office/officeart/2018/5/layout/IconCircleLabelList"/>
    <dgm:cxn modelId="{22CC11A8-DE6C-46FA-B60C-AABD93B77ED3}" srcId="{509A50A9-0F01-4CAC-9647-A6AF7428DAA8}" destId="{388EC6D4-B913-4DE9-A749-882DA52CB4F7}" srcOrd="1" destOrd="0" parTransId="{1A805D83-B1BE-4812-9B22-1AA5341CC483}" sibTransId="{46862850-51F4-4B1F-B5B7-C540FF7FFAA5}"/>
    <dgm:cxn modelId="{F5CD33B9-9078-45FC-9A87-4E1B596AB33F}" srcId="{509A50A9-0F01-4CAC-9647-A6AF7428DAA8}" destId="{665707D5-C1F6-4EE0-9505-6D3A11AF1ABC}" srcOrd="2" destOrd="0" parTransId="{CFBD6D53-200F-4B2E-9727-AD071A8E3AF5}" sibTransId="{C0966510-A04D-4E03-8A2E-47552159CA9A}"/>
    <dgm:cxn modelId="{8B3323EC-944C-4045-B76B-5AAA64F0F181}" type="presOf" srcId="{665707D5-C1F6-4EE0-9505-6D3A11AF1ABC}" destId="{90A3DBFD-6242-412A-8B09-1D1DBB43AAA4}" srcOrd="0" destOrd="0" presId="urn:microsoft.com/office/officeart/2018/5/layout/IconCircleLabelList"/>
    <dgm:cxn modelId="{E5D2D1FF-86CD-4074-89FD-E5FFB03AB759}" type="presOf" srcId="{509A50A9-0F01-4CAC-9647-A6AF7428DAA8}" destId="{A0A68E89-E53F-47DA-9CFC-076BBEB46E63}" srcOrd="0" destOrd="0" presId="urn:microsoft.com/office/officeart/2018/5/layout/IconCircleLabelList"/>
    <dgm:cxn modelId="{D89A416C-019A-4F38-AB43-086022BC49B3}" type="presParOf" srcId="{A0A68E89-E53F-47DA-9CFC-076BBEB46E63}" destId="{A6C42D1E-0DAD-4300-AD9B-8A4DCDCD62D8}" srcOrd="0" destOrd="0" presId="urn:microsoft.com/office/officeart/2018/5/layout/IconCircleLabelList"/>
    <dgm:cxn modelId="{5F3A4B9A-11BD-4AF7-9673-575B40B30C2E}" type="presParOf" srcId="{A6C42D1E-0DAD-4300-AD9B-8A4DCDCD62D8}" destId="{B0215872-55B2-49E8-9EF7-36FE320CEFDD}" srcOrd="0" destOrd="0" presId="urn:microsoft.com/office/officeart/2018/5/layout/IconCircleLabelList"/>
    <dgm:cxn modelId="{194ABF6B-BE40-4666-A8E5-269B4D8AA883}" type="presParOf" srcId="{A6C42D1E-0DAD-4300-AD9B-8A4DCDCD62D8}" destId="{1A873EAE-A594-4507-B29A-D705CF46F088}" srcOrd="1" destOrd="0" presId="urn:microsoft.com/office/officeart/2018/5/layout/IconCircleLabelList"/>
    <dgm:cxn modelId="{C319EF6F-1712-407F-BF18-C6645E7B7679}" type="presParOf" srcId="{A6C42D1E-0DAD-4300-AD9B-8A4DCDCD62D8}" destId="{E3EF60DC-E003-4681-8CC8-471569821C21}" srcOrd="2" destOrd="0" presId="urn:microsoft.com/office/officeart/2018/5/layout/IconCircleLabelList"/>
    <dgm:cxn modelId="{5DCF090D-C58C-4EB8-AE89-CF2A833F55A1}" type="presParOf" srcId="{A6C42D1E-0DAD-4300-AD9B-8A4DCDCD62D8}" destId="{40366E24-6FF2-45AB-A117-B4442DEBF784}" srcOrd="3" destOrd="0" presId="urn:microsoft.com/office/officeart/2018/5/layout/IconCircleLabelList"/>
    <dgm:cxn modelId="{D390876A-6D2A-4D7C-ABFF-8CE482BD0D59}" type="presParOf" srcId="{A0A68E89-E53F-47DA-9CFC-076BBEB46E63}" destId="{0E9D484F-C20C-42C1-919D-780451D5D9D1}" srcOrd="1" destOrd="0" presId="urn:microsoft.com/office/officeart/2018/5/layout/IconCircleLabelList"/>
    <dgm:cxn modelId="{7B0EA694-2CE5-4EB3-A8F6-C69B3EB6D539}" type="presParOf" srcId="{A0A68E89-E53F-47DA-9CFC-076BBEB46E63}" destId="{6917B576-9DEB-438D-BBC9-2123A841AB27}" srcOrd="2" destOrd="0" presId="urn:microsoft.com/office/officeart/2018/5/layout/IconCircleLabelList"/>
    <dgm:cxn modelId="{2FFCB011-A1DA-4778-AD63-FDC3CCE7C801}" type="presParOf" srcId="{6917B576-9DEB-438D-BBC9-2123A841AB27}" destId="{F628B8ED-2790-47CD-993F-0610C4810B4F}" srcOrd="0" destOrd="0" presId="urn:microsoft.com/office/officeart/2018/5/layout/IconCircleLabelList"/>
    <dgm:cxn modelId="{1A9E0D7D-5279-461A-9AB9-9117DB09A781}" type="presParOf" srcId="{6917B576-9DEB-438D-BBC9-2123A841AB27}" destId="{079C2E96-CBED-4695-9D4E-3DFF9D1EA0CC}" srcOrd="1" destOrd="0" presId="urn:microsoft.com/office/officeart/2018/5/layout/IconCircleLabelList"/>
    <dgm:cxn modelId="{3C935815-9757-499D-B3F0-07ABF3A8C791}" type="presParOf" srcId="{6917B576-9DEB-438D-BBC9-2123A841AB27}" destId="{E04D55DC-C574-4F2D-BF1C-EC59FE8E3EE5}" srcOrd="2" destOrd="0" presId="urn:microsoft.com/office/officeart/2018/5/layout/IconCircleLabelList"/>
    <dgm:cxn modelId="{1702CA15-77B8-436C-849E-F6D360D0D8F4}" type="presParOf" srcId="{6917B576-9DEB-438D-BBC9-2123A841AB27}" destId="{EC6529D8-D103-4559-9A6B-846912B78364}" srcOrd="3" destOrd="0" presId="urn:microsoft.com/office/officeart/2018/5/layout/IconCircleLabelList"/>
    <dgm:cxn modelId="{64B84EE9-49F8-423C-978D-23F661587FD1}" type="presParOf" srcId="{A0A68E89-E53F-47DA-9CFC-076BBEB46E63}" destId="{8AD1BA07-5B86-4161-9996-87A1515DBF10}" srcOrd="3" destOrd="0" presId="urn:microsoft.com/office/officeart/2018/5/layout/IconCircleLabelList"/>
    <dgm:cxn modelId="{A748EB30-9595-40C1-AE57-4DF5273DDCFC}" type="presParOf" srcId="{A0A68E89-E53F-47DA-9CFC-076BBEB46E63}" destId="{6BF00D3F-B5F5-490B-803A-5C981BC1EB37}" srcOrd="4" destOrd="0" presId="urn:microsoft.com/office/officeart/2018/5/layout/IconCircleLabelList"/>
    <dgm:cxn modelId="{84F1448E-5015-45A7-BFD5-46A036F53691}" type="presParOf" srcId="{6BF00D3F-B5F5-490B-803A-5C981BC1EB37}" destId="{9466E3A8-205A-4203-9AA0-5F9ABBE76D91}" srcOrd="0" destOrd="0" presId="urn:microsoft.com/office/officeart/2018/5/layout/IconCircleLabelList"/>
    <dgm:cxn modelId="{20033938-B007-42B8-B147-63F063CDDD7E}" type="presParOf" srcId="{6BF00D3F-B5F5-490B-803A-5C981BC1EB37}" destId="{2FFFBE11-8544-4475-AA11-8A0364393AC6}" srcOrd="1" destOrd="0" presId="urn:microsoft.com/office/officeart/2018/5/layout/IconCircleLabelList"/>
    <dgm:cxn modelId="{81625244-BA7D-4537-A901-DBDC2DD1281E}" type="presParOf" srcId="{6BF00D3F-B5F5-490B-803A-5C981BC1EB37}" destId="{CCF5128E-66DB-45C4-89BC-176C1370B197}" srcOrd="2" destOrd="0" presId="urn:microsoft.com/office/officeart/2018/5/layout/IconCircleLabelList"/>
    <dgm:cxn modelId="{13D6BFE4-8B43-4EA0-8DC4-F8FBE0E7D5FD}" type="presParOf" srcId="{6BF00D3F-B5F5-490B-803A-5C981BC1EB37}" destId="{90A3DBFD-6242-412A-8B09-1D1DBB43AAA4}" srcOrd="3" destOrd="0" presId="urn:microsoft.com/office/officeart/2018/5/layout/IconCircleLabelList"/>
    <dgm:cxn modelId="{2EA519F0-1F97-459B-A4FD-58751D9A64ED}" type="presParOf" srcId="{A0A68E89-E53F-47DA-9CFC-076BBEB46E63}" destId="{A357C7EE-EACD-4E3D-8AD2-733677BB5F51}" srcOrd="5" destOrd="0" presId="urn:microsoft.com/office/officeart/2018/5/layout/IconCircleLabelList"/>
    <dgm:cxn modelId="{7D8EEBE2-738D-41A8-ACA4-529B46A968BC}" type="presParOf" srcId="{A0A68E89-E53F-47DA-9CFC-076BBEB46E63}" destId="{8D119FF3-47BA-46F2-A8E3-C84CC93D33F1}" srcOrd="6" destOrd="0" presId="urn:microsoft.com/office/officeart/2018/5/layout/IconCircleLabelList"/>
    <dgm:cxn modelId="{47A4EAFA-9B1A-47F6-BCF7-1AE50EDBD354}" type="presParOf" srcId="{8D119FF3-47BA-46F2-A8E3-C84CC93D33F1}" destId="{205992ED-86D4-4C0F-B134-BA65CB001DD0}" srcOrd="0" destOrd="0" presId="urn:microsoft.com/office/officeart/2018/5/layout/IconCircleLabelList"/>
    <dgm:cxn modelId="{A740B5E3-2B5A-49DE-A8FC-62CD11BE009D}" type="presParOf" srcId="{8D119FF3-47BA-46F2-A8E3-C84CC93D33F1}" destId="{23D55A2B-C38D-40A7-A9C2-F77B934A7D87}" srcOrd="1" destOrd="0" presId="urn:microsoft.com/office/officeart/2018/5/layout/IconCircleLabelList"/>
    <dgm:cxn modelId="{12DF8905-58CB-4D59-852D-B1522AA0AC70}" type="presParOf" srcId="{8D119FF3-47BA-46F2-A8E3-C84CC93D33F1}" destId="{6147ED48-802E-4C9E-A775-0EC1C2A72128}" srcOrd="2" destOrd="0" presId="urn:microsoft.com/office/officeart/2018/5/layout/IconCircleLabelList"/>
    <dgm:cxn modelId="{0BDC562D-EF1A-4E60-A41E-AD14BC23B50C}" type="presParOf" srcId="{8D119FF3-47BA-46F2-A8E3-C84CC93D33F1}" destId="{701CE70B-9EFA-41A5-B429-BD4E7B542E10}" srcOrd="3" destOrd="0" presId="urn:microsoft.com/office/officeart/2018/5/layout/IconCircleLabelList"/>
    <dgm:cxn modelId="{B4EE5FD0-426B-41A8-9EDA-94FE8077E042}" type="presParOf" srcId="{A0A68E89-E53F-47DA-9CFC-076BBEB46E63}" destId="{4C83D0D0-B87C-47F0-B785-41A445305A7A}" srcOrd="7" destOrd="0" presId="urn:microsoft.com/office/officeart/2018/5/layout/IconCircleLabelList"/>
    <dgm:cxn modelId="{C796ADBD-2EF0-4DEA-9DF6-6959F9791DE2}" type="presParOf" srcId="{A0A68E89-E53F-47DA-9CFC-076BBEB46E63}" destId="{BEF757E9-24FA-4037-B2F6-31EBBAEA692A}" srcOrd="8" destOrd="0" presId="urn:microsoft.com/office/officeart/2018/5/layout/IconCircleLabelList"/>
    <dgm:cxn modelId="{C12129E8-CEB4-45F8-916C-E10F2F2422B8}" type="presParOf" srcId="{BEF757E9-24FA-4037-B2F6-31EBBAEA692A}" destId="{E767A284-1CC8-40F6-9DA3-38242F067B51}" srcOrd="0" destOrd="0" presId="urn:microsoft.com/office/officeart/2018/5/layout/IconCircleLabelList"/>
    <dgm:cxn modelId="{1A8F11D7-C77E-4627-A7C3-A28B3C0CDCED}" type="presParOf" srcId="{BEF757E9-24FA-4037-B2F6-31EBBAEA692A}" destId="{CF961BB4-1C69-45CB-B770-A005A7FD94F0}" srcOrd="1" destOrd="0" presId="urn:microsoft.com/office/officeart/2018/5/layout/IconCircleLabelList"/>
    <dgm:cxn modelId="{6E1A187C-D403-4E14-9A80-B96A87B5FC02}" type="presParOf" srcId="{BEF757E9-24FA-4037-B2F6-31EBBAEA692A}" destId="{2A91EC29-6DF7-4901-B8E3-2074EC781FD7}" srcOrd="2" destOrd="0" presId="urn:microsoft.com/office/officeart/2018/5/layout/IconCircleLabelList"/>
    <dgm:cxn modelId="{A252889F-5F47-4D2F-8900-3BB1414AEC19}" type="presParOf" srcId="{BEF757E9-24FA-4037-B2F6-31EBBAEA692A}" destId="{8C73BDAE-5C56-4670-BE9E-53F8A9AAB74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AF60610-55AD-46F7-AF77-499E88B356B6}" type="doc">
      <dgm:prSet loTypeId="urn:microsoft.com/office/officeart/2005/8/layout/cycle2" loCatId="cycle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B37428F0-CCAE-418F-A9E4-1B6D8FCAAF69}">
      <dgm:prSet phldrT="[Text]"/>
      <dgm:spPr/>
      <dgm:t>
        <a:bodyPr/>
        <a:lstStyle/>
        <a:p>
          <a:r>
            <a:rPr lang="en-US" dirty="0"/>
            <a:t>Customer Contacts Support</a:t>
          </a:r>
        </a:p>
      </dgm:t>
    </dgm:pt>
    <dgm:pt modelId="{AA978058-53AE-4B5B-AFC7-8AD36178858C}" type="parTrans" cxnId="{608B27DE-B0E7-4F5C-85E7-76A5DEFA9801}">
      <dgm:prSet/>
      <dgm:spPr/>
      <dgm:t>
        <a:bodyPr/>
        <a:lstStyle/>
        <a:p>
          <a:endParaRPr lang="en-US"/>
        </a:p>
      </dgm:t>
    </dgm:pt>
    <dgm:pt modelId="{C5B7DEE9-6CEE-4057-9594-65E5A2C25E62}" type="sibTrans" cxnId="{608B27DE-B0E7-4F5C-85E7-76A5DEFA9801}">
      <dgm:prSet/>
      <dgm:spPr/>
      <dgm:t>
        <a:bodyPr/>
        <a:lstStyle/>
        <a:p>
          <a:endParaRPr lang="en-US"/>
        </a:p>
      </dgm:t>
    </dgm:pt>
    <dgm:pt modelId="{C5827F76-AC00-42BC-963A-2013F97D4F50}">
      <dgm:prSet phldrT="[Text]"/>
      <dgm:spPr/>
      <dgm:t>
        <a:bodyPr/>
        <a:lstStyle/>
        <a:p>
          <a:r>
            <a:rPr lang="en-US" dirty="0"/>
            <a:t>Manual Ticket Submission </a:t>
          </a:r>
        </a:p>
      </dgm:t>
    </dgm:pt>
    <dgm:pt modelId="{E95D56F0-CFEF-4BE0-B64E-FC6540EE38E7}" type="parTrans" cxnId="{37379BDD-ECB6-4F19-B869-E88F81A26481}">
      <dgm:prSet/>
      <dgm:spPr/>
      <dgm:t>
        <a:bodyPr/>
        <a:lstStyle/>
        <a:p>
          <a:endParaRPr lang="en-US"/>
        </a:p>
      </dgm:t>
    </dgm:pt>
    <dgm:pt modelId="{741CC085-3C4E-4787-BDD0-687BEEDF5BF6}" type="sibTrans" cxnId="{37379BDD-ECB6-4F19-B869-E88F81A26481}">
      <dgm:prSet/>
      <dgm:spPr/>
      <dgm:t>
        <a:bodyPr/>
        <a:lstStyle/>
        <a:p>
          <a:endParaRPr lang="en-US"/>
        </a:p>
      </dgm:t>
    </dgm:pt>
    <dgm:pt modelId="{B8CE3FAC-492E-4978-AAC6-FDA494B66B35}">
      <dgm:prSet/>
      <dgm:spPr/>
      <dgm:t>
        <a:bodyPr/>
        <a:lstStyle/>
        <a:p>
          <a:r>
            <a:rPr lang="en-US" dirty="0"/>
            <a:t>Agent Review</a:t>
          </a:r>
        </a:p>
      </dgm:t>
    </dgm:pt>
    <dgm:pt modelId="{E62D553D-DB90-4184-A6BF-FD6B3DB968EE}" type="parTrans" cxnId="{11E01834-A670-4821-AF05-F794DC330F71}">
      <dgm:prSet/>
      <dgm:spPr/>
      <dgm:t>
        <a:bodyPr/>
        <a:lstStyle/>
        <a:p>
          <a:endParaRPr lang="en-US"/>
        </a:p>
      </dgm:t>
    </dgm:pt>
    <dgm:pt modelId="{EEC98918-6363-4C3A-BF3D-D7B80071BB9B}" type="sibTrans" cxnId="{11E01834-A670-4821-AF05-F794DC330F71}">
      <dgm:prSet/>
      <dgm:spPr/>
      <dgm:t>
        <a:bodyPr/>
        <a:lstStyle/>
        <a:p>
          <a:endParaRPr lang="en-US"/>
        </a:p>
      </dgm:t>
    </dgm:pt>
    <dgm:pt modelId="{3EB78DCF-6893-4FCC-B47A-5B07EEC6D27F}">
      <dgm:prSet phldrT="[Text]"/>
      <dgm:spPr/>
      <dgm:t>
        <a:bodyPr/>
        <a:lstStyle/>
        <a:p>
          <a:r>
            <a:rPr lang="en-US" dirty="0"/>
            <a:t>Issue resolved Or Escalated </a:t>
          </a:r>
        </a:p>
      </dgm:t>
    </dgm:pt>
    <dgm:pt modelId="{3D80281B-410E-4C16-9C8D-91A5802AB15F}" type="parTrans" cxnId="{666B7356-B5AE-4527-B602-40481C15DEC1}">
      <dgm:prSet/>
      <dgm:spPr/>
      <dgm:t>
        <a:bodyPr/>
        <a:lstStyle/>
        <a:p>
          <a:endParaRPr lang="en-US"/>
        </a:p>
      </dgm:t>
    </dgm:pt>
    <dgm:pt modelId="{6C280367-6EE3-4006-AF57-AA99EB6B27B5}" type="sibTrans" cxnId="{666B7356-B5AE-4527-B602-40481C15DEC1}">
      <dgm:prSet/>
      <dgm:spPr/>
      <dgm:t>
        <a:bodyPr/>
        <a:lstStyle/>
        <a:p>
          <a:endParaRPr lang="en-US"/>
        </a:p>
      </dgm:t>
    </dgm:pt>
    <dgm:pt modelId="{1B5FBAE1-36D7-44F0-8277-7CBE649A412F}">
      <dgm:prSet phldrT="[Text]"/>
      <dgm:spPr/>
      <dgm:t>
        <a:bodyPr/>
        <a:lstStyle/>
        <a:p>
          <a:r>
            <a:rPr lang="en-US" dirty="0"/>
            <a:t>Ticket Closed</a:t>
          </a:r>
        </a:p>
      </dgm:t>
    </dgm:pt>
    <dgm:pt modelId="{822A5F65-1BC4-47F7-98C8-4D8C4286613C}" type="parTrans" cxnId="{7E528787-D1C5-42F1-9ABC-8D010E6CDEC0}">
      <dgm:prSet/>
      <dgm:spPr/>
      <dgm:t>
        <a:bodyPr/>
        <a:lstStyle/>
        <a:p>
          <a:endParaRPr lang="en-US"/>
        </a:p>
      </dgm:t>
    </dgm:pt>
    <dgm:pt modelId="{EBBCFC6F-68CC-4D54-9750-DBFA31D480D6}" type="sibTrans" cxnId="{7E528787-D1C5-42F1-9ABC-8D010E6CDEC0}">
      <dgm:prSet/>
      <dgm:spPr/>
      <dgm:t>
        <a:bodyPr/>
        <a:lstStyle/>
        <a:p>
          <a:endParaRPr lang="en-US"/>
        </a:p>
      </dgm:t>
    </dgm:pt>
    <dgm:pt modelId="{CCD8BDAD-F844-41F2-B12C-CB7F32FBF1E3}">
      <dgm:prSet/>
      <dgm:spPr/>
      <dgm:t>
        <a:bodyPr/>
        <a:lstStyle/>
        <a:p>
          <a:r>
            <a:rPr lang="en-US" dirty="0"/>
            <a:t>Agent Responds</a:t>
          </a:r>
        </a:p>
      </dgm:t>
    </dgm:pt>
    <dgm:pt modelId="{6A59A912-A0F6-4547-B6AC-60A437318570}" type="parTrans" cxnId="{208C6EA1-ACE1-4834-B399-382EDE346B03}">
      <dgm:prSet/>
      <dgm:spPr/>
      <dgm:t>
        <a:bodyPr/>
        <a:lstStyle/>
        <a:p>
          <a:endParaRPr lang="en-US"/>
        </a:p>
      </dgm:t>
    </dgm:pt>
    <dgm:pt modelId="{B0CECDE3-1D94-401A-9801-00D0DCB2EAA4}" type="sibTrans" cxnId="{208C6EA1-ACE1-4834-B399-382EDE346B03}">
      <dgm:prSet/>
      <dgm:spPr/>
      <dgm:t>
        <a:bodyPr/>
        <a:lstStyle/>
        <a:p>
          <a:endParaRPr lang="en-US"/>
        </a:p>
      </dgm:t>
    </dgm:pt>
    <dgm:pt modelId="{A631B643-7245-4C4C-9D82-7B5A8EEFF8A6}" type="pres">
      <dgm:prSet presAssocID="{3AF60610-55AD-46F7-AF77-499E88B356B6}" presName="cycle" presStyleCnt="0">
        <dgm:presLayoutVars>
          <dgm:dir/>
          <dgm:resizeHandles val="exact"/>
        </dgm:presLayoutVars>
      </dgm:prSet>
      <dgm:spPr/>
    </dgm:pt>
    <dgm:pt modelId="{63473CED-9D19-44CC-B09C-8D44008AE6B0}" type="pres">
      <dgm:prSet presAssocID="{B37428F0-CCAE-418F-A9E4-1B6D8FCAAF69}" presName="node" presStyleLbl="node1" presStyleIdx="0" presStyleCnt="6">
        <dgm:presLayoutVars>
          <dgm:bulletEnabled val="1"/>
        </dgm:presLayoutVars>
      </dgm:prSet>
      <dgm:spPr/>
    </dgm:pt>
    <dgm:pt modelId="{C520FBF5-A7E7-4216-870F-F1E3C0EDA5E3}" type="pres">
      <dgm:prSet presAssocID="{C5B7DEE9-6CEE-4057-9594-65E5A2C25E62}" presName="sibTrans" presStyleLbl="sibTrans2D1" presStyleIdx="0" presStyleCnt="6"/>
      <dgm:spPr/>
    </dgm:pt>
    <dgm:pt modelId="{711317E1-B43D-40C7-91FE-98FFFAB85682}" type="pres">
      <dgm:prSet presAssocID="{C5B7DEE9-6CEE-4057-9594-65E5A2C25E62}" presName="connectorText" presStyleLbl="sibTrans2D1" presStyleIdx="0" presStyleCnt="6"/>
      <dgm:spPr/>
    </dgm:pt>
    <dgm:pt modelId="{3487B8CB-38D7-4B16-9DB1-8B080BA4F280}" type="pres">
      <dgm:prSet presAssocID="{C5827F76-AC00-42BC-963A-2013F97D4F50}" presName="node" presStyleLbl="node1" presStyleIdx="1" presStyleCnt="6">
        <dgm:presLayoutVars>
          <dgm:bulletEnabled val="1"/>
        </dgm:presLayoutVars>
      </dgm:prSet>
      <dgm:spPr/>
    </dgm:pt>
    <dgm:pt modelId="{5777A351-492D-45A6-8565-72F49D0A60ED}" type="pres">
      <dgm:prSet presAssocID="{741CC085-3C4E-4787-BDD0-687BEEDF5BF6}" presName="sibTrans" presStyleLbl="sibTrans2D1" presStyleIdx="1" presStyleCnt="6"/>
      <dgm:spPr/>
    </dgm:pt>
    <dgm:pt modelId="{4A0C07EC-8672-4A18-BEDE-D52FCF7F6F96}" type="pres">
      <dgm:prSet presAssocID="{741CC085-3C4E-4787-BDD0-687BEEDF5BF6}" presName="connectorText" presStyleLbl="sibTrans2D1" presStyleIdx="1" presStyleCnt="6"/>
      <dgm:spPr/>
    </dgm:pt>
    <dgm:pt modelId="{2748E0E8-2E3C-4CC0-878C-130B32FC7AFD}" type="pres">
      <dgm:prSet presAssocID="{B8CE3FAC-492E-4978-AAC6-FDA494B66B35}" presName="node" presStyleLbl="node1" presStyleIdx="2" presStyleCnt="6">
        <dgm:presLayoutVars>
          <dgm:bulletEnabled val="1"/>
        </dgm:presLayoutVars>
      </dgm:prSet>
      <dgm:spPr/>
    </dgm:pt>
    <dgm:pt modelId="{78829708-D6C1-4253-8F0F-A8D2BF7179B7}" type="pres">
      <dgm:prSet presAssocID="{EEC98918-6363-4C3A-BF3D-D7B80071BB9B}" presName="sibTrans" presStyleLbl="sibTrans2D1" presStyleIdx="2" presStyleCnt="6"/>
      <dgm:spPr/>
    </dgm:pt>
    <dgm:pt modelId="{271DD2D3-DCC2-431A-A2EC-FD821FB7D715}" type="pres">
      <dgm:prSet presAssocID="{EEC98918-6363-4C3A-BF3D-D7B80071BB9B}" presName="connectorText" presStyleLbl="sibTrans2D1" presStyleIdx="2" presStyleCnt="6"/>
      <dgm:spPr/>
    </dgm:pt>
    <dgm:pt modelId="{8C163488-3A32-41E0-94A9-19FC110AD404}" type="pres">
      <dgm:prSet presAssocID="{CCD8BDAD-F844-41F2-B12C-CB7F32FBF1E3}" presName="node" presStyleLbl="node1" presStyleIdx="3" presStyleCnt="6">
        <dgm:presLayoutVars>
          <dgm:bulletEnabled val="1"/>
        </dgm:presLayoutVars>
      </dgm:prSet>
      <dgm:spPr/>
    </dgm:pt>
    <dgm:pt modelId="{DAC2F0E1-C731-4F9D-80B0-8434DE5CEC60}" type="pres">
      <dgm:prSet presAssocID="{B0CECDE3-1D94-401A-9801-00D0DCB2EAA4}" presName="sibTrans" presStyleLbl="sibTrans2D1" presStyleIdx="3" presStyleCnt="6"/>
      <dgm:spPr/>
    </dgm:pt>
    <dgm:pt modelId="{F1F3DF64-BCCE-4DB7-A7EF-EDB3CC409CEF}" type="pres">
      <dgm:prSet presAssocID="{B0CECDE3-1D94-401A-9801-00D0DCB2EAA4}" presName="connectorText" presStyleLbl="sibTrans2D1" presStyleIdx="3" presStyleCnt="6"/>
      <dgm:spPr/>
    </dgm:pt>
    <dgm:pt modelId="{123F8EF4-7C9D-47C3-9048-F0437FD87E4C}" type="pres">
      <dgm:prSet presAssocID="{3EB78DCF-6893-4FCC-B47A-5B07EEC6D27F}" presName="node" presStyleLbl="node1" presStyleIdx="4" presStyleCnt="6">
        <dgm:presLayoutVars>
          <dgm:bulletEnabled val="1"/>
        </dgm:presLayoutVars>
      </dgm:prSet>
      <dgm:spPr/>
    </dgm:pt>
    <dgm:pt modelId="{ACF6A62B-BF00-40A2-9894-19DF3CD46606}" type="pres">
      <dgm:prSet presAssocID="{6C280367-6EE3-4006-AF57-AA99EB6B27B5}" presName="sibTrans" presStyleLbl="sibTrans2D1" presStyleIdx="4" presStyleCnt="6"/>
      <dgm:spPr/>
    </dgm:pt>
    <dgm:pt modelId="{994F54C0-7670-451F-A104-39D193660871}" type="pres">
      <dgm:prSet presAssocID="{6C280367-6EE3-4006-AF57-AA99EB6B27B5}" presName="connectorText" presStyleLbl="sibTrans2D1" presStyleIdx="4" presStyleCnt="6"/>
      <dgm:spPr/>
    </dgm:pt>
    <dgm:pt modelId="{890BE3D4-2DB0-496B-BF13-D747DEC88F30}" type="pres">
      <dgm:prSet presAssocID="{1B5FBAE1-36D7-44F0-8277-7CBE649A412F}" presName="node" presStyleLbl="node1" presStyleIdx="5" presStyleCnt="6">
        <dgm:presLayoutVars>
          <dgm:bulletEnabled val="1"/>
        </dgm:presLayoutVars>
      </dgm:prSet>
      <dgm:spPr/>
    </dgm:pt>
    <dgm:pt modelId="{1FBF7E64-5E0B-4C76-9929-694507FB0BEB}" type="pres">
      <dgm:prSet presAssocID="{EBBCFC6F-68CC-4D54-9750-DBFA31D480D6}" presName="sibTrans" presStyleLbl="sibTrans2D1" presStyleIdx="5" presStyleCnt="6"/>
      <dgm:spPr/>
    </dgm:pt>
    <dgm:pt modelId="{A288F47B-AE24-4862-A233-0A1C75823A8B}" type="pres">
      <dgm:prSet presAssocID="{EBBCFC6F-68CC-4D54-9750-DBFA31D480D6}" presName="connectorText" presStyleLbl="sibTrans2D1" presStyleIdx="5" presStyleCnt="6"/>
      <dgm:spPr/>
    </dgm:pt>
  </dgm:ptLst>
  <dgm:cxnLst>
    <dgm:cxn modelId="{FF0C271D-EBC0-4275-889F-D964B94DBB71}" type="presOf" srcId="{741CC085-3C4E-4787-BDD0-687BEEDF5BF6}" destId="{5777A351-492D-45A6-8565-72F49D0A60ED}" srcOrd="0" destOrd="0" presId="urn:microsoft.com/office/officeart/2005/8/layout/cycle2"/>
    <dgm:cxn modelId="{4B79A12F-3B83-4A9A-9913-14606DC00F38}" type="presOf" srcId="{B37428F0-CCAE-418F-A9E4-1B6D8FCAAF69}" destId="{63473CED-9D19-44CC-B09C-8D44008AE6B0}" srcOrd="0" destOrd="0" presId="urn:microsoft.com/office/officeart/2005/8/layout/cycle2"/>
    <dgm:cxn modelId="{11E01834-A670-4821-AF05-F794DC330F71}" srcId="{3AF60610-55AD-46F7-AF77-499E88B356B6}" destId="{B8CE3FAC-492E-4978-AAC6-FDA494B66B35}" srcOrd="2" destOrd="0" parTransId="{E62D553D-DB90-4184-A6BF-FD6B3DB968EE}" sibTransId="{EEC98918-6363-4C3A-BF3D-D7B80071BB9B}"/>
    <dgm:cxn modelId="{D3F1CC34-0575-4D37-9DF5-3EAA63FAE0CE}" type="presOf" srcId="{3AF60610-55AD-46F7-AF77-499E88B356B6}" destId="{A631B643-7245-4C4C-9D82-7B5A8EEFF8A6}" srcOrd="0" destOrd="0" presId="urn:microsoft.com/office/officeart/2005/8/layout/cycle2"/>
    <dgm:cxn modelId="{FF35B160-7C30-4B35-8F04-940E9F3DCD51}" type="presOf" srcId="{C5B7DEE9-6CEE-4057-9594-65E5A2C25E62}" destId="{C520FBF5-A7E7-4216-870F-F1E3C0EDA5E3}" srcOrd="0" destOrd="0" presId="urn:microsoft.com/office/officeart/2005/8/layout/cycle2"/>
    <dgm:cxn modelId="{F73B1C49-EB96-4A9B-AF3D-88DE6C052592}" type="presOf" srcId="{CCD8BDAD-F844-41F2-B12C-CB7F32FBF1E3}" destId="{8C163488-3A32-41E0-94A9-19FC110AD404}" srcOrd="0" destOrd="0" presId="urn:microsoft.com/office/officeart/2005/8/layout/cycle2"/>
    <dgm:cxn modelId="{FBF9F44F-0420-4614-A0F7-425B01F61A63}" type="presOf" srcId="{6C280367-6EE3-4006-AF57-AA99EB6B27B5}" destId="{ACF6A62B-BF00-40A2-9894-19DF3CD46606}" srcOrd="0" destOrd="0" presId="urn:microsoft.com/office/officeart/2005/8/layout/cycle2"/>
    <dgm:cxn modelId="{465C6872-F69C-480A-AB69-B16B6D7A1221}" type="presOf" srcId="{741CC085-3C4E-4787-BDD0-687BEEDF5BF6}" destId="{4A0C07EC-8672-4A18-BEDE-D52FCF7F6F96}" srcOrd="1" destOrd="0" presId="urn:microsoft.com/office/officeart/2005/8/layout/cycle2"/>
    <dgm:cxn modelId="{666B7356-B5AE-4527-B602-40481C15DEC1}" srcId="{3AF60610-55AD-46F7-AF77-499E88B356B6}" destId="{3EB78DCF-6893-4FCC-B47A-5B07EEC6D27F}" srcOrd="4" destOrd="0" parTransId="{3D80281B-410E-4C16-9C8D-91A5802AB15F}" sibTransId="{6C280367-6EE3-4006-AF57-AA99EB6B27B5}"/>
    <dgm:cxn modelId="{BE3C8778-1348-4325-9E76-CD3B94C7CE8B}" type="presOf" srcId="{C5827F76-AC00-42BC-963A-2013F97D4F50}" destId="{3487B8CB-38D7-4B16-9DB1-8B080BA4F280}" srcOrd="0" destOrd="0" presId="urn:microsoft.com/office/officeart/2005/8/layout/cycle2"/>
    <dgm:cxn modelId="{953D287C-476F-4CCE-9A2D-C0E404C76931}" type="presOf" srcId="{C5B7DEE9-6CEE-4057-9594-65E5A2C25E62}" destId="{711317E1-B43D-40C7-91FE-98FFFAB85682}" srcOrd="1" destOrd="0" presId="urn:microsoft.com/office/officeart/2005/8/layout/cycle2"/>
    <dgm:cxn modelId="{7E528787-D1C5-42F1-9ABC-8D010E6CDEC0}" srcId="{3AF60610-55AD-46F7-AF77-499E88B356B6}" destId="{1B5FBAE1-36D7-44F0-8277-7CBE649A412F}" srcOrd="5" destOrd="0" parTransId="{822A5F65-1BC4-47F7-98C8-4D8C4286613C}" sibTransId="{EBBCFC6F-68CC-4D54-9750-DBFA31D480D6}"/>
    <dgm:cxn modelId="{0DE0948A-1017-46B2-9141-37D79E94087D}" type="presOf" srcId="{B0CECDE3-1D94-401A-9801-00D0DCB2EAA4}" destId="{DAC2F0E1-C731-4F9D-80B0-8434DE5CEC60}" srcOrd="0" destOrd="0" presId="urn:microsoft.com/office/officeart/2005/8/layout/cycle2"/>
    <dgm:cxn modelId="{B438E795-FDD1-479A-B1FF-69B923F753E8}" type="presOf" srcId="{B0CECDE3-1D94-401A-9801-00D0DCB2EAA4}" destId="{F1F3DF64-BCCE-4DB7-A7EF-EDB3CC409CEF}" srcOrd="1" destOrd="0" presId="urn:microsoft.com/office/officeart/2005/8/layout/cycle2"/>
    <dgm:cxn modelId="{79A83F98-A2B1-4E48-AD2A-8FE8EB2CF8AD}" type="presOf" srcId="{B8CE3FAC-492E-4978-AAC6-FDA494B66B35}" destId="{2748E0E8-2E3C-4CC0-878C-130B32FC7AFD}" srcOrd="0" destOrd="0" presId="urn:microsoft.com/office/officeart/2005/8/layout/cycle2"/>
    <dgm:cxn modelId="{208C6EA1-ACE1-4834-B399-382EDE346B03}" srcId="{3AF60610-55AD-46F7-AF77-499E88B356B6}" destId="{CCD8BDAD-F844-41F2-B12C-CB7F32FBF1E3}" srcOrd="3" destOrd="0" parTransId="{6A59A912-A0F6-4547-B6AC-60A437318570}" sibTransId="{B0CECDE3-1D94-401A-9801-00D0DCB2EAA4}"/>
    <dgm:cxn modelId="{B19D78A8-6119-4B39-B84E-D61DDA5E449A}" type="presOf" srcId="{6C280367-6EE3-4006-AF57-AA99EB6B27B5}" destId="{994F54C0-7670-451F-A104-39D193660871}" srcOrd="1" destOrd="0" presId="urn:microsoft.com/office/officeart/2005/8/layout/cycle2"/>
    <dgm:cxn modelId="{6D86AFB4-D5D1-4722-8575-3F9F48A41361}" type="presOf" srcId="{3EB78DCF-6893-4FCC-B47A-5B07EEC6D27F}" destId="{123F8EF4-7C9D-47C3-9048-F0437FD87E4C}" srcOrd="0" destOrd="0" presId="urn:microsoft.com/office/officeart/2005/8/layout/cycle2"/>
    <dgm:cxn modelId="{3A1CE6BA-AF9F-4179-B20F-1430893BDB79}" type="presOf" srcId="{1B5FBAE1-36D7-44F0-8277-7CBE649A412F}" destId="{890BE3D4-2DB0-496B-BF13-D747DEC88F30}" srcOrd="0" destOrd="0" presId="urn:microsoft.com/office/officeart/2005/8/layout/cycle2"/>
    <dgm:cxn modelId="{E27D87CB-C47C-4FB3-A32F-AB0AD1324B0E}" type="presOf" srcId="{EEC98918-6363-4C3A-BF3D-D7B80071BB9B}" destId="{78829708-D6C1-4253-8F0F-A8D2BF7179B7}" srcOrd="0" destOrd="0" presId="urn:microsoft.com/office/officeart/2005/8/layout/cycle2"/>
    <dgm:cxn modelId="{96D053CC-767A-46B6-B7A6-4C1FA8E5C955}" type="presOf" srcId="{EBBCFC6F-68CC-4D54-9750-DBFA31D480D6}" destId="{1FBF7E64-5E0B-4C76-9929-694507FB0BEB}" srcOrd="0" destOrd="0" presId="urn:microsoft.com/office/officeart/2005/8/layout/cycle2"/>
    <dgm:cxn modelId="{529BCAD0-9FB1-46A1-965B-7AB3441B413F}" type="presOf" srcId="{EBBCFC6F-68CC-4D54-9750-DBFA31D480D6}" destId="{A288F47B-AE24-4862-A233-0A1C75823A8B}" srcOrd="1" destOrd="0" presId="urn:microsoft.com/office/officeart/2005/8/layout/cycle2"/>
    <dgm:cxn modelId="{37379BDD-ECB6-4F19-B869-E88F81A26481}" srcId="{3AF60610-55AD-46F7-AF77-499E88B356B6}" destId="{C5827F76-AC00-42BC-963A-2013F97D4F50}" srcOrd="1" destOrd="0" parTransId="{E95D56F0-CFEF-4BE0-B64E-FC6540EE38E7}" sibTransId="{741CC085-3C4E-4787-BDD0-687BEEDF5BF6}"/>
    <dgm:cxn modelId="{608B27DE-B0E7-4F5C-85E7-76A5DEFA9801}" srcId="{3AF60610-55AD-46F7-AF77-499E88B356B6}" destId="{B37428F0-CCAE-418F-A9E4-1B6D8FCAAF69}" srcOrd="0" destOrd="0" parTransId="{AA978058-53AE-4B5B-AFC7-8AD36178858C}" sibTransId="{C5B7DEE9-6CEE-4057-9594-65E5A2C25E62}"/>
    <dgm:cxn modelId="{19AA86ED-493D-4841-99FF-F721D1DAD74D}" type="presOf" srcId="{EEC98918-6363-4C3A-BF3D-D7B80071BB9B}" destId="{271DD2D3-DCC2-431A-A2EC-FD821FB7D715}" srcOrd="1" destOrd="0" presId="urn:microsoft.com/office/officeart/2005/8/layout/cycle2"/>
    <dgm:cxn modelId="{2E2DB476-6C83-4809-9DC6-BC1750624CB0}" type="presParOf" srcId="{A631B643-7245-4C4C-9D82-7B5A8EEFF8A6}" destId="{63473CED-9D19-44CC-B09C-8D44008AE6B0}" srcOrd="0" destOrd="0" presId="urn:microsoft.com/office/officeart/2005/8/layout/cycle2"/>
    <dgm:cxn modelId="{3F99E194-B236-4FE9-A3D7-1342889A6BE7}" type="presParOf" srcId="{A631B643-7245-4C4C-9D82-7B5A8EEFF8A6}" destId="{C520FBF5-A7E7-4216-870F-F1E3C0EDA5E3}" srcOrd="1" destOrd="0" presId="urn:microsoft.com/office/officeart/2005/8/layout/cycle2"/>
    <dgm:cxn modelId="{31AD0903-4011-41F6-98E7-85B4FD0BCA81}" type="presParOf" srcId="{C520FBF5-A7E7-4216-870F-F1E3C0EDA5E3}" destId="{711317E1-B43D-40C7-91FE-98FFFAB85682}" srcOrd="0" destOrd="0" presId="urn:microsoft.com/office/officeart/2005/8/layout/cycle2"/>
    <dgm:cxn modelId="{999A638C-6814-430A-902E-12CF4A0683E8}" type="presParOf" srcId="{A631B643-7245-4C4C-9D82-7B5A8EEFF8A6}" destId="{3487B8CB-38D7-4B16-9DB1-8B080BA4F280}" srcOrd="2" destOrd="0" presId="urn:microsoft.com/office/officeart/2005/8/layout/cycle2"/>
    <dgm:cxn modelId="{C6847D03-EE5E-49A8-B4C4-4C5D4C7F7440}" type="presParOf" srcId="{A631B643-7245-4C4C-9D82-7B5A8EEFF8A6}" destId="{5777A351-492D-45A6-8565-72F49D0A60ED}" srcOrd="3" destOrd="0" presId="urn:microsoft.com/office/officeart/2005/8/layout/cycle2"/>
    <dgm:cxn modelId="{E18E1CB5-B06B-4E4B-96B5-C9ABC343D11B}" type="presParOf" srcId="{5777A351-492D-45A6-8565-72F49D0A60ED}" destId="{4A0C07EC-8672-4A18-BEDE-D52FCF7F6F96}" srcOrd="0" destOrd="0" presId="urn:microsoft.com/office/officeart/2005/8/layout/cycle2"/>
    <dgm:cxn modelId="{4390EDEC-6A4D-4E4F-BF1C-9A253B8A4BC9}" type="presParOf" srcId="{A631B643-7245-4C4C-9D82-7B5A8EEFF8A6}" destId="{2748E0E8-2E3C-4CC0-878C-130B32FC7AFD}" srcOrd="4" destOrd="0" presId="urn:microsoft.com/office/officeart/2005/8/layout/cycle2"/>
    <dgm:cxn modelId="{9ED48432-64FB-4CE5-8CEE-CE64DB538A8A}" type="presParOf" srcId="{A631B643-7245-4C4C-9D82-7B5A8EEFF8A6}" destId="{78829708-D6C1-4253-8F0F-A8D2BF7179B7}" srcOrd="5" destOrd="0" presId="urn:microsoft.com/office/officeart/2005/8/layout/cycle2"/>
    <dgm:cxn modelId="{B1268F77-9886-42AC-9713-AE83210EEBA7}" type="presParOf" srcId="{78829708-D6C1-4253-8F0F-A8D2BF7179B7}" destId="{271DD2D3-DCC2-431A-A2EC-FD821FB7D715}" srcOrd="0" destOrd="0" presId="urn:microsoft.com/office/officeart/2005/8/layout/cycle2"/>
    <dgm:cxn modelId="{6569EFB1-AFED-4996-A335-A298B8B15D64}" type="presParOf" srcId="{A631B643-7245-4C4C-9D82-7B5A8EEFF8A6}" destId="{8C163488-3A32-41E0-94A9-19FC110AD404}" srcOrd="6" destOrd="0" presId="urn:microsoft.com/office/officeart/2005/8/layout/cycle2"/>
    <dgm:cxn modelId="{E6BE2700-82FE-4879-95D4-2BF5D87DBAE3}" type="presParOf" srcId="{A631B643-7245-4C4C-9D82-7B5A8EEFF8A6}" destId="{DAC2F0E1-C731-4F9D-80B0-8434DE5CEC60}" srcOrd="7" destOrd="0" presId="urn:microsoft.com/office/officeart/2005/8/layout/cycle2"/>
    <dgm:cxn modelId="{03F5AA31-7AC6-4A2E-8A7B-CE07E0AACC11}" type="presParOf" srcId="{DAC2F0E1-C731-4F9D-80B0-8434DE5CEC60}" destId="{F1F3DF64-BCCE-4DB7-A7EF-EDB3CC409CEF}" srcOrd="0" destOrd="0" presId="urn:microsoft.com/office/officeart/2005/8/layout/cycle2"/>
    <dgm:cxn modelId="{28F98471-E0CC-48ED-9E82-495B4324FBD0}" type="presParOf" srcId="{A631B643-7245-4C4C-9D82-7B5A8EEFF8A6}" destId="{123F8EF4-7C9D-47C3-9048-F0437FD87E4C}" srcOrd="8" destOrd="0" presId="urn:microsoft.com/office/officeart/2005/8/layout/cycle2"/>
    <dgm:cxn modelId="{DD14922C-E95D-4A9B-865E-46E6FB105A8C}" type="presParOf" srcId="{A631B643-7245-4C4C-9D82-7B5A8EEFF8A6}" destId="{ACF6A62B-BF00-40A2-9894-19DF3CD46606}" srcOrd="9" destOrd="0" presId="urn:microsoft.com/office/officeart/2005/8/layout/cycle2"/>
    <dgm:cxn modelId="{968CF2C4-9476-4C44-B361-0FAD49B3B00E}" type="presParOf" srcId="{ACF6A62B-BF00-40A2-9894-19DF3CD46606}" destId="{994F54C0-7670-451F-A104-39D193660871}" srcOrd="0" destOrd="0" presId="urn:microsoft.com/office/officeart/2005/8/layout/cycle2"/>
    <dgm:cxn modelId="{A7B5C38F-8E88-41E3-A0DD-5BE91C6E582B}" type="presParOf" srcId="{A631B643-7245-4C4C-9D82-7B5A8EEFF8A6}" destId="{890BE3D4-2DB0-496B-BF13-D747DEC88F30}" srcOrd="10" destOrd="0" presId="urn:microsoft.com/office/officeart/2005/8/layout/cycle2"/>
    <dgm:cxn modelId="{52BB1493-74F5-458A-91CD-4CC82DEEF086}" type="presParOf" srcId="{A631B643-7245-4C4C-9D82-7B5A8EEFF8A6}" destId="{1FBF7E64-5E0B-4C76-9929-694507FB0BEB}" srcOrd="11" destOrd="0" presId="urn:microsoft.com/office/officeart/2005/8/layout/cycle2"/>
    <dgm:cxn modelId="{6F4C10EA-034B-4378-85B6-0457AF9F5017}" type="presParOf" srcId="{1FBF7E64-5E0B-4C76-9929-694507FB0BEB}" destId="{A288F47B-AE24-4862-A233-0A1C75823A8B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D2C738C-A83E-428F-BA88-BD04BB205173}" type="doc">
      <dgm:prSet loTypeId="urn:microsoft.com/office/officeart/2005/8/layout/vProcess5" loCatId="process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D3B17E2A-F108-43FD-A809-37F246584801}">
      <dgm:prSet/>
      <dgm:spPr/>
      <dgm:t>
        <a:bodyPr/>
        <a:lstStyle/>
        <a:p>
          <a:r>
            <a:rPr lang="en-US"/>
            <a:t>Long wait times due to manual intake and logging</a:t>
          </a:r>
        </a:p>
      </dgm:t>
    </dgm:pt>
    <dgm:pt modelId="{5B7421B8-23DE-4821-B05C-A06EA1BC0019}" type="parTrans" cxnId="{2D29DA5A-8A09-4801-9CDD-8F4F514741CC}">
      <dgm:prSet/>
      <dgm:spPr/>
      <dgm:t>
        <a:bodyPr/>
        <a:lstStyle/>
        <a:p>
          <a:endParaRPr lang="en-US"/>
        </a:p>
      </dgm:t>
    </dgm:pt>
    <dgm:pt modelId="{378F7A16-20D3-4573-93E6-314B2E00D1CC}" type="sibTrans" cxnId="{2D29DA5A-8A09-4801-9CDD-8F4F514741CC}">
      <dgm:prSet/>
      <dgm:spPr/>
      <dgm:t>
        <a:bodyPr/>
        <a:lstStyle/>
        <a:p>
          <a:endParaRPr lang="en-US"/>
        </a:p>
      </dgm:t>
    </dgm:pt>
    <dgm:pt modelId="{B4F13AD4-83F7-4F0C-82AE-D568BF272EDB}">
      <dgm:prSet/>
      <dgm:spPr/>
      <dgm:t>
        <a:bodyPr/>
        <a:lstStyle/>
        <a:p>
          <a:r>
            <a:rPr lang="en-US"/>
            <a:t>Repeated information and poor handoffs between agents</a:t>
          </a:r>
        </a:p>
      </dgm:t>
    </dgm:pt>
    <dgm:pt modelId="{B7393994-B27E-4E1A-A947-BE2F28A56605}" type="parTrans" cxnId="{209C39E0-0B54-4831-A3E7-A634D4138E2B}">
      <dgm:prSet/>
      <dgm:spPr/>
      <dgm:t>
        <a:bodyPr/>
        <a:lstStyle/>
        <a:p>
          <a:endParaRPr lang="en-US"/>
        </a:p>
      </dgm:t>
    </dgm:pt>
    <dgm:pt modelId="{7D5308DB-5742-40D0-BAB5-D63065194289}" type="sibTrans" cxnId="{209C39E0-0B54-4831-A3E7-A634D4138E2B}">
      <dgm:prSet/>
      <dgm:spPr/>
      <dgm:t>
        <a:bodyPr/>
        <a:lstStyle/>
        <a:p>
          <a:endParaRPr lang="en-US"/>
        </a:p>
      </dgm:t>
    </dgm:pt>
    <dgm:pt modelId="{FBA83A55-DE58-4F7E-AF02-DE75EDB41CF5}">
      <dgm:prSet/>
      <dgm:spPr/>
      <dgm:t>
        <a:bodyPr/>
        <a:lstStyle/>
        <a:p>
          <a:r>
            <a:rPr lang="en-US"/>
            <a:t>Missed follow-ups and tickets closed without resolution</a:t>
          </a:r>
        </a:p>
      </dgm:t>
    </dgm:pt>
    <dgm:pt modelId="{4A2322FB-3AEE-486B-A052-26BDC268385E}" type="parTrans" cxnId="{93C63480-AFCF-4D03-9FB4-65E0A8CAFBF1}">
      <dgm:prSet/>
      <dgm:spPr/>
      <dgm:t>
        <a:bodyPr/>
        <a:lstStyle/>
        <a:p>
          <a:endParaRPr lang="en-US"/>
        </a:p>
      </dgm:t>
    </dgm:pt>
    <dgm:pt modelId="{152C5F7D-161C-4308-BA28-C1B262BCB543}" type="sibTrans" cxnId="{93C63480-AFCF-4D03-9FB4-65E0A8CAFBF1}">
      <dgm:prSet/>
      <dgm:spPr/>
      <dgm:t>
        <a:bodyPr/>
        <a:lstStyle/>
        <a:p>
          <a:endParaRPr lang="en-US"/>
        </a:p>
      </dgm:t>
    </dgm:pt>
    <dgm:pt modelId="{00C1DC58-B189-4888-909F-53AD5FA2A36E}" type="pres">
      <dgm:prSet presAssocID="{7D2C738C-A83E-428F-BA88-BD04BB205173}" presName="outerComposite" presStyleCnt="0">
        <dgm:presLayoutVars>
          <dgm:chMax val="5"/>
          <dgm:dir/>
          <dgm:resizeHandles val="exact"/>
        </dgm:presLayoutVars>
      </dgm:prSet>
      <dgm:spPr/>
    </dgm:pt>
    <dgm:pt modelId="{DAD2812C-5395-4792-B3BF-CEB865B12C41}" type="pres">
      <dgm:prSet presAssocID="{7D2C738C-A83E-428F-BA88-BD04BB205173}" presName="dummyMaxCanvas" presStyleCnt="0">
        <dgm:presLayoutVars/>
      </dgm:prSet>
      <dgm:spPr/>
    </dgm:pt>
    <dgm:pt modelId="{67722B18-1E09-4391-8400-4191D2DDACD1}" type="pres">
      <dgm:prSet presAssocID="{7D2C738C-A83E-428F-BA88-BD04BB205173}" presName="ThreeNodes_1" presStyleLbl="node1" presStyleIdx="0" presStyleCnt="3">
        <dgm:presLayoutVars>
          <dgm:bulletEnabled val="1"/>
        </dgm:presLayoutVars>
      </dgm:prSet>
      <dgm:spPr/>
    </dgm:pt>
    <dgm:pt modelId="{2D91A151-DF31-457E-A2A4-AD4AD5FFC7F0}" type="pres">
      <dgm:prSet presAssocID="{7D2C738C-A83E-428F-BA88-BD04BB205173}" presName="ThreeNodes_2" presStyleLbl="node1" presStyleIdx="1" presStyleCnt="3">
        <dgm:presLayoutVars>
          <dgm:bulletEnabled val="1"/>
        </dgm:presLayoutVars>
      </dgm:prSet>
      <dgm:spPr/>
    </dgm:pt>
    <dgm:pt modelId="{A08160DD-DDFF-431C-B580-AA77EFAF2F4E}" type="pres">
      <dgm:prSet presAssocID="{7D2C738C-A83E-428F-BA88-BD04BB205173}" presName="ThreeNodes_3" presStyleLbl="node1" presStyleIdx="2" presStyleCnt="3">
        <dgm:presLayoutVars>
          <dgm:bulletEnabled val="1"/>
        </dgm:presLayoutVars>
      </dgm:prSet>
      <dgm:spPr/>
    </dgm:pt>
    <dgm:pt modelId="{8656357E-4B86-4EDF-B44D-4B4E4B847867}" type="pres">
      <dgm:prSet presAssocID="{7D2C738C-A83E-428F-BA88-BD04BB205173}" presName="ThreeConn_1-2" presStyleLbl="fgAccFollowNode1" presStyleIdx="0" presStyleCnt="2">
        <dgm:presLayoutVars>
          <dgm:bulletEnabled val="1"/>
        </dgm:presLayoutVars>
      </dgm:prSet>
      <dgm:spPr/>
    </dgm:pt>
    <dgm:pt modelId="{39A9EDCF-1CFC-4760-89B8-CCDB8AFA445B}" type="pres">
      <dgm:prSet presAssocID="{7D2C738C-A83E-428F-BA88-BD04BB205173}" presName="ThreeConn_2-3" presStyleLbl="fgAccFollowNode1" presStyleIdx="1" presStyleCnt="2">
        <dgm:presLayoutVars>
          <dgm:bulletEnabled val="1"/>
        </dgm:presLayoutVars>
      </dgm:prSet>
      <dgm:spPr/>
    </dgm:pt>
    <dgm:pt modelId="{10095273-05B2-4A0D-8B6E-208C0A40B526}" type="pres">
      <dgm:prSet presAssocID="{7D2C738C-A83E-428F-BA88-BD04BB205173}" presName="ThreeNodes_1_text" presStyleLbl="node1" presStyleIdx="2" presStyleCnt="3">
        <dgm:presLayoutVars>
          <dgm:bulletEnabled val="1"/>
        </dgm:presLayoutVars>
      </dgm:prSet>
      <dgm:spPr/>
    </dgm:pt>
    <dgm:pt modelId="{54E9FA7F-EA7F-435F-81CD-B42E84B88D7A}" type="pres">
      <dgm:prSet presAssocID="{7D2C738C-A83E-428F-BA88-BD04BB205173}" presName="ThreeNodes_2_text" presStyleLbl="node1" presStyleIdx="2" presStyleCnt="3">
        <dgm:presLayoutVars>
          <dgm:bulletEnabled val="1"/>
        </dgm:presLayoutVars>
      </dgm:prSet>
      <dgm:spPr/>
    </dgm:pt>
    <dgm:pt modelId="{A5E2F0C3-EF94-44E3-A00D-855669F72F45}" type="pres">
      <dgm:prSet presAssocID="{7D2C738C-A83E-428F-BA88-BD04BB205173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40AE5617-0976-4ED8-B1A0-FB77D52C6C92}" type="presOf" srcId="{FBA83A55-DE58-4F7E-AF02-DE75EDB41CF5}" destId="{A08160DD-DDFF-431C-B580-AA77EFAF2F4E}" srcOrd="0" destOrd="0" presId="urn:microsoft.com/office/officeart/2005/8/layout/vProcess5"/>
    <dgm:cxn modelId="{A4BC761F-B38D-4C00-B8F0-9A861CCE59C1}" type="presOf" srcId="{B4F13AD4-83F7-4F0C-82AE-D568BF272EDB}" destId="{54E9FA7F-EA7F-435F-81CD-B42E84B88D7A}" srcOrd="1" destOrd="0" presId="urn:microsoft.com/office/officeart/2005/8/layout/vProcess5"/>
    <dgm:cxn modelId="{5FE4FE42-D865-4F69-9E9C-4194A7A0D73C}" type="presOf" srcId="{378F7A16-20D3-4573-93E6-314B2E00D1CC}" destId="{8656357E-4B86-4EDF-B44D-4B4E4B847867}" srcOrd="0" destOrd="0" presId="urn:microsoft.com/office/officeart/2005/8/layout/vProcess5"/>
    <dgm:cxn modelId="{2D29DA5A-8A09-4801-9CDD-8F4F514741CC}" srcId="{7D2C738C-A83E-428F-BA88-BD04BB205173}" destId="{D3B17E2A-F108-43FD-A809-37F246584801}" srcOrd="0" destOrd="0" parTransId="{5B7421B8-23DE-4821-B05C-A06EA1BC0019}" sibTransId="{378F7A16-20D3-4573-93E6-314B2E00D1CC}"/>
    <dgm:cxn modelId="{93C63480-AFCF-4D03-9FB4-65E0A8CAFBF1}" srcId="{7D2C738C-A83E-428F-BA88-BD04BB205173}" destId="{FBA83A55-DE58-4F7E-AF02-DE75EDB41CF5}" srcOrd="2" destOrd="0" parTransId="{4A2322FB-3AEE-486B-A052-26BDC268385E}" sibTransId="{152C5F7D-161C-4308-BA28-C1B262BCB543}"/>
    <dgm:cxn modelId="{7E624AA9-9270-474D-836E-9A9A4CB86F0A}" type="presOf" srcId="{D3B17E2A-F108-43FD-A809-37F246584801}" destId="{10095273-05B2-4A0D-8B6E-208C0A40B526}" srcOrd="1" destOrd="0" presId="urn:microsoft.com/office/officeart/2005/8/layout/vProcess5"/>
    <dgm:cxn modelId="{C20EEAB7-BF4C-4A79-9280-A7EC7F20C473}" type="presOf" srcId="{FBA83A55-DE58-4F7E-AF02-DE75EDB41CF5}" destId="{A5E2F0C3-EF94-44E3-A00D-855669F72F45}" srcOrd="1" destOrd="0" presId="urn:microsoft.com/office/officeart/2005/8/layout/vProcess5"/>
    <dgm:cxn modelId="{F7CBFDB9-9BCC-44BD-A92C-88E71FBB61F3}" type="presOf" srcId="{D3B17E2A-F108-43FD-A809-37F246584801}" destId="{67722B18-1E09-4391-8400-4191D2DDACD1}" srcOrd="0" destOrd="0" presId="urn:microsoft.com/office/officeart/2005/8/layout/vProcess5"/>
    <dgm:cxn modelId="{727499D1-23D3-4AA5-9BD8-3733A20B1FE9}" type="presOf" srcId="{B4F13AD4-83F7-4F0C-82AE-D568BF272EDB}" destId="{2D91A151-DF31-457E-A2A4-AD4AD5FFC7F0}" srcOrd="0" destOrd="0" presId="urn:microsoft.com/office/officeart/2005/8/layout/vProcess5"/>
    <dgm:cxn modelId="{B8712BDC-041C-4525-9BA1-8C5804DADAD0}" type="presOf" srcId="{7D5308DB-5742-40D0-BAB5-D63065194289}" destId="{39A9EDCF-1CFC-4760-89B8-CCDB8AFA445B}" srcOrd="0" destOrd="0" presId="urn:microsoft.com/office/officeart/2005/8/layout/vProcess5"/>
    <dgm:cxn modelId="{209C39E0-0B54-4831-A3E7-A634D4138E2B}" srcId="{7D2C738C-A83E-428F-BA88-BD04BB205173}" destId="{B4F13AD4-83F7-4F0C-82AE-D568BF272EDB}" srcOrd="1" destOrd="0" parTransId="{B7393994-B27E-4E1A-A947-BE2F28A56605}" sibTransId="{7D5308DB-5742-40D0-BAB5-D63065194289}"/>
    <dgm:cxn modelId="{D9A21FED-B2D8-45A1-94E2-BF8754D63B68}" type="presOf" srcId="{7D2C738C-A83E-428F-BA88-BD04BB205173}" destId="{00C1DC58-B189-4888-909F-53AD5FA2A36E}" srcOrd="0" destOrd="0" presId="urn:microsoft.com/office/officeart/2005/8/layout/vProcess5"/>
    <dgm:cxn modelId="{4C28F156-CC55-4A86-975E-70BCE201CBD0}" type="presParOf" srcId="{00C1DC58-B189-4888-909F-53AD5FA2A36E}" destId="{DAD2812C-5395-4792-B3BF-CEB865B12C41}" srcOrd="0" destOrd="0" presId="urn:microsoft.com/office/officeart/2005/8/layout/vProcess5"/>
    <dgm:cxn modelId="{FBD7D1E2-914E-4F57-9606-EB97BC0E3D51}" type="presParOf" srcId="{00C1DC58-B189-4888-909F-53AD5FA2A36E}" destId="{67722B18-1E09-4391-8400-4191D2DDACD1}" srcOrd="1" destOrd="0" presId="urn:microsoft.com/office/officeart/2005/8/layout/vProcess5"/>
    <dgm:cxn modelId="{1B33F0F9-0ED9-45F2-B7A5-7CC7DB4FF551}" type="presParOf" srcId="{00C1DC58-B189-4888-909F-53AD5FA2A36E}" destId="{2D91A151-DF31-457E-A2A4-AD4AD5FFC7F0}" srcOrd="2" destOrd="0" presId="urn:microsoft.com/office/officeart/2005/8/layout/vProcess5"/>
    <dgm:cxn modelId="{EC2211EB-C38B-4110-842F-E525B7237A4D}" type="presParOf" srcId="{00C1DC58-B189-4888-909F-53AD5FA2A36E}" destId="{A08160DD-DDFF-431C-B580-AA77EFAF2F4E}" srcOrd="3" destOrd="0" presId="urn:microsoft.com/office/officeart/2005/8/layout/vProcess5"/>
    <dgm:cxn modelId="{8C63D242-A432-4C00-926A-527147C21082}" type="presParOf" srcId="{00C1DC58-B189-4888-909F-53AD5FA2A36E}" destId="{8656357E-4B86-4EDF-B44D-4B4E4B847867}" srcOrd="4" destOrd="0" presId="urn:microsoft.com/office/officeart/2005/8/layout/vProcess5"/>
    <dgm:cxn modelId="{6ED2210E-D403-4924-97C5-B3633199691A}" type="presParOf" srcId="{00C1DC58-B189-4888-909F-53AD5FA2A36E}" destId="{39A9EDCF-1CFC-4760-89B8-CCDB8AFA445B}" srcOrd="5" destOrd="0" presId="urn:microsoft.com/office/officeart/2005/8/layout/vProcess5"/>
    <dgm:cxn modelId="{0482B21F-4C27-4FEE-B96C-35C741B4AF8F}" type="presParOf" srcId="{00C1DC58-B189-4888-909F-53AD5FA2A36E}" destId="{10095273-05B2-4A0D-8B6E-208C0A40B526}" srcOrd="6" destOrd="0" presId="urn:microsoft.com/office/officeart/2005/8/layout/vProcess5"/>
    <dgm:cxn modelId="{32E4E0D0-75D5-4349-8A29-B5EF0B356078}" type="presParOf" srcId="{00C1DC58-B189-4888-909F-53AD5FA2A36E}" destId="{54E9FA7F-EA7F-435F-81CD-B42E84B88D7A}" srcOrd="7" destOrd="0" presId="urn:microsoft.com/office/officeart/2005/8/layout/vProcess5"/>
    <dgm:cxn modelId="{B4F5342F-9DF4-40A2-998D-5E2623D31695}" type="presParOf" srcId="{00C1DC58-B189-4888-909F-53AD5FA2A36E}" destId="{A5E2F0C3-EF94-44E3-A00D-855669F72F45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E15D8FB-7F75-4FAB-82C1-EC9198EB872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5" csCatId="colorful" phldr="1"/>
      <dgm:spPr/>
      <dgm:t>
        <a:bodyPr/>
        <a:lstStyle/>
        <a:p>
          <a:endParaRPr lang="en-US"/>
        </a:p>
      </dgm:t>
    </dgm:pt>
    <dgm:pt modelId="{3E67304F-43C8-460B-97F2-DA1B9368244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Slow response times</a:t>
          </a:r>
        </a:p>
      </dgm:t>
    </dgm:pt>
    <dgm:pt modelId="{D04E695E-C3FF-47BA-8F98-0622EF5B6F85}" type="parTrans" cxnId="{7C0BA58B-1826-4747-B826-3A622C44E982}">
      <dgm:prSet/>
      <dgm:spPr/>
      <dgm:t>
        <a:bodyPr/>
        <a:lstStyle/>
        <a:p>
          <a:endParaRPr lang="en-US"/>
        </a:p>
      </dgm:t>
    </dgm:pt>
    <dgm:pt modelId="{2A14BCC0-3A01-4C7B-9B99-086ED3A72D2C}" type="sibTrans" cxnId="{7C0BA58B-1826-4747-B826-3A622C44E982}">
      <dgm:prSet/>
      <dgm:spPr/>
      <dgm:t>
        <a:bodyPr/>
        <a:lstStyle/>
        <a:p>
          <a:endParaRPr lang="en-US"/>
        </a:p>
      </dgm:t>
    </dgm:pt>
    <dgm:pt modelId="{A337DEBD-DCE8-48C5-AD94-C97F710EDB5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Repeating issues to agents</a:t>
          </a:r>
        </a:p>
      </dgm:t>
    </dgm:pt>
    <dgm:pt modelId="{A8A58AC7-1E50-4FA8-987C-05DE20BD2A60}" type="parTrans" cxnId="{A115346C-A83D-4E6E-A50A-F3EA96EEE329}">
      <dgm:prSet/>
      <dgm:spPr/>
      <dgm:t>
        <a:bodyPr/>
        <a:lstStyle/>
        <a:p>
          <a:endParaRPr lang="en-US"/>
        </a:p>
      </dgm:t>
    </dgm:pt>
    <dgm:pt modelId="{6182E770-86FC-42A4-85E3-5559FC06CCC2}" type="sibTrans" cxnId="{A115346C-A83D-4E6E-A50A-F3EA96EEE329}">
      <dgm:prSet/>
      <dgm:spPr/>
      <dgm:t>
        <a:bodyPr/>
        <a:lstStyle/>
        <a:p>
          <a:endParaRPr lang="en-US"/>
        </a:p>
      </dgm:t>
    </dgm:pt>
    <dgm:pt modelId="{1C58AB2A-D39E-48A5-A599-27C6D0C3C90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Simple questions take too long</a:t>
          </a:r>
        </a:p>
      </dgm:t>
    </dgm:pt>
    <dgm:pt modelId="{9971600B-6FD7-4C6D-BEAC-3FCC4FF4F5A1}" type="parTrans" cxnId="{241528E7-CE43-4F12-8A0C-671236568C81}">
      <dgm:prSet/>
      <dgm:spPr/>
      <dgm:t>
        <a:bodyPr/>
        <a:lstStyle/>
        <a:p>
          <a:endParaRPr lang="en-US"/>
        </a:p>
      </dgm:t>
    </dgm:pt>
    <dgm:pt modelId="{4A659F56-228C-40A3-9689-D62C77CB9FCA}" type="sibTrans" cxnId="{241528E7-CE43-4F12-8A0C-671236568C81}">
      <dgm:prSet/>
      <dgm:spPr/>
      <dgm:t>
        <a:bodyPr/>
        <a:lstStyle/>
        <a:p>
          <a:endParaRPr lang="en-US"/>
        </a:p>
      </dgm:t>
    </dgm:pt>
    <dgm:pt modelId="{E809CB05-D183-4E63-AE10-F88C080DC37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Lack of follow-up</a:t>
          </a:r>
        </a:p>
      </dgm:t>
    </dgm:pt>
    <dgm:pt modelId="{D1BF0B97-872D-4C15-8D7D-95BD9AA4ACC4}" type="parTrans" cxnId="{C2FDD30C-904B-459F-9D91-C84826B0ACC4}">
      <dgm:prSet/>
      <dgm:spPr/>
      <dgm:t>
        <a:bodyPr/>
        <a:lstStyle/>
        <a:p>
          <a:endParaRPr lang="en-US"/>
        </a:p>
      </dgm:t>
    </dgm:pt>
    <dgm:pt modelId="{394C87CC-CEDF-492B-ADCB-8E3AB82FB347}" type="sibTrans" cxnId="{C2FDD30C-904B-459F-9D91-C84826B0ACC4}">
      <dgm:prSet/>
      <dgm:spPr/>
      <dgm:t>
        <a:bodyPr/>
        <a:lstStyle/>
        <a:p>
          <a:endParaRPr lang="en-US"/>
        </a:p>
      </dgm:t>
    </dgm:pt>
    <dgm:pt modelId="{5537B182-5014-4F30-ABF3-5FE19C759437}" type="pres">
      <dgm:prSet presAssocID="{DE15D8FB-7F75-4FAB-82C1-EC9198EB8725}" presName="root" presStyleCnt="0">
        <dgm:presLayoutVars>
          <dgm:dir/>
          <dgm:resizeHandles val="exact"/>
        </dgm:presLayoutVars>
      </dgm:prSet>
      <dgm:spPr/>
    </dgm:pt>
    <dgm:pt modelId="{37024B18-613A-4D75-A8A1-C5A4A9A504E1}" type="pres">
      <dgm:prSet presAssocID="{3E67304F-43C8-460B-97F2-DA1B93682444}" presName="compNode" presStyleCnt="0"/>
      <dgm:spPr/>
    </dgm:pt>
    <dgm:pt modelId="{0275E23C-85AA-40D2-A364-CDAE8BC9A29F}" type="pres">
      <dgm:prSet presAssocID="{3E67304F-43C8-460B-97F2-DA1B93682444}" presName="iconBgRect" presStyleLbl="bgShp" presStyleIdx="0" presStyleCnt="4"/>
      <dgm:spPr/>
    </dgm:pt>
    <dgm:pt modelId="{C0D6216F-F797-47CC-9111-E0AB1AEF3205}" type="pres">
      <dgm:prSet presAssocID="{3E67304F-43C8-460B-97F2-DA1B9368244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urtle"/>
        </a:ext>
      </dgm:extLst>
    </dgm:pt>
    <dgm:pt modelId="{275359EC-3F8A-4437-985D-7585D1E16E4D}" type="pres">
      <dgm:prSet presAssocID="{3E67304F-43C8-460B-97F2-DA1B93682444}" presName="spaceRect" presStyleCnt="0"/>
      <dgm:spPr/>
    </dgm:pt>
    <dgm:pt modelId="{EDDAB6E6-8954-43C4-9C3B-48D646B6B764}" type="pres">
      <dgm:prSet presAssocID="{3E67304F-43C8-460B-97F2-DA1B93682444}" presName="textRect" presStyleLbl="revTx" presStyleIdx="0" presStyleCnt="4">
        <dgm:presLayoutVars>
          <dgm:chMax val="1"/>
          <dgm:chPref val="1"/>
        </dgm:presLayoutVars>
      </dgm:prSet>
      <dgm:spPr/>
    </dgm:pt>
    <dgm:pt modelId="{F39DF4AE-2FBD-4273-A45E-B27E472B45A5}" type="pres">
      <dgm:prSet presAssocID="{2A14BCC0-3A01-4C7B-9B99-086ED3A72D2C}" presName="sibTrans" presStyleCnt="0"/>
      <dgm:spPr/>
    </dgm:pt>
    <dgm:pt modelId="{CF988334-58BD-4B3F-A979-941FF174FFF5}" type="pres">
      <dgm:prSet presAssocID="{A337DEBD-DCE8-48C5-AD94-C97F710EDB5A}" presName="compNode" presStyleCnt="0"/>
      <dgm:spPr/>
    </dgm:pt>
    <dgm:pt modelId="{28499F4F-8595-4FCA-BC73-A9B11E708895}" type="pres">
      <dgm:prSet presAssocID="{A337DEBD-DCE8-48C5-AD94-C97F710EDB5A}" presName="iconBgRect" presStyleLbl="bgShp" presStyleIdx="1" presStyleCnt="4"/>
      <dgm:spPr/>
    </dgm:pt>
    <dgm:pt modelId="{BD9313A0-6C80-4845-85D0-F62AE6075BCC}" type="pres">
      <dgm:prSet presAssocID="{A337DEBD-DCE8-48C5-AD94-C97F710EDB5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ning bolt"/>
        </a:ext>
      </dgm:extLst>
    </dgm:pt>
    <dgm:pt modelId="{27AA8FD8-B780-4C28-B0D9-098A19DA0B1F}" type="pres">
      <dgm:prSet presAssocID="{A337DEBD-DCE8-48C5-AD94-C97F710EDB5A}" presName="spaceRect" presStyleCnt="0"/>
      <dgm:spPr/>
    </dgm:pt>
    <dgm:pt modelId="{D2700209-897D-440D-BBE0-44524E1516E2}" type="pres">
      <dgm:prSet presAssocID="{A337DEBD-DCE8-48C5-AD94-C97F710EDB5A}" presName="textRect" presStyleLbl="revTx" presStyleIdx="1" presStyleCnt="4">
        <dgm:presLayoutVars>
          <dgm:chMax val="1"/>
          <dgm:chPref val="1"/>
        </dgm:presLayoutVars>
      </dgm:prSet>
      <dgm:spPr/>
    </dgm:pt>
    <dgm:pt modelId="{ADDC7EC5-9BC4-49AE-AC7C-9194E27A7824}" type="pres">
      <dgm:prSet presAssocID="{6182E770-86FC-42A4-85E3-5559FC06CCC2}" presName="sibTrans" presStyleCnt="0"/>
      <dgm:spPr/>
    </dgm:pt>
    <dgm:pt modelId="{F0D68F5B-0FE5-4D4F-BE8C-077BC4A21D88}" type="pres">
      <dgm:prSet presAssocID="{1C58AB2A-D39E-48A5-A599-27C6D0C3C90B}" presName="compNode" presStyleCnt="0"/>
      <dgm:spPr/>
    </dgm:pt>
    <dgm:pt modelId="{E6BF3751-0991-48E1-8BCE-44CE9D29C6B1}" type="pres">
      <dgm:prSet presAssocID="{1C58AB2A-D39E-48A5-A599-27C6D0C3C90B}" presName="iconBgRect" presStyleLbl="bgShp" presStyleIdx="2" presStyleCnt="4"/>
      <dgm:spPr/>
    </dgm:pt>
    <dgm:pt modelId="{4F017824-F5B9-4415-8E49-C17FC2CB731C}" type="pres">
      <dgm:prSet presAssocID="{1C58AB2A-D39E-48A5-A599-27C6D0C3C90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CA96F079-D78C-4B18-B3A4-59E44B96BB53}" type="pres">
      <dgm:prSet presAssocID="{1C58AB2A-D39E-48A5-A599-27C6D0C3C90B}" presName="spaceRect" presStyleCnt="0"/>
      <dgm:spPr/>
    </dgm:pt>
    <dgm:pt modelId="{EA4DF11B-36B4-406C-9881-DB6E33E09361}" type="pres">
      <dgm:prSet presAssocID="{1C58AB2A-D39E-48A5-A599-27C6D0C3C90B}" presName="textRect" presStyleLbl="revTx" presStyleIdx="2" presStyleCnt="4">
        <dgm:presLayoutVars>
          <dgm:chMax val="1"/>
          <dgm:chPref val="1"/>
        </dgm:presLayoutVars>
      </dgm:prSet>
      <dgm:spPr/>
    </dgm:pt>
    <dgm:pt modelId="{3654985D-866D-4787-B35A-8CB0A456AD70}" type="pres">
      <dgm:prSet presAssocID="{4A659F56-228C-40A3-9689-D62C77CB9FCA}" presName="sibTrans" presStyleCnt="0"/>
      <dgm:spPr/>
    </dgm:pt>
    <dgm:pt modelId="{4CD4AB19-B42D-435F-A051-E035DB088DF5}" type="pres">
      <dgm:prSet presAssocID="{E809CB05-D183-4E63-AE10-F88C080DC377}" presName="compNode" presStyleCnt="0"/>
      <dgm:spPr/>
    </dgm:pt>
    <dgm:pt modelId="{D5D21268-2D42-4300-A128-9104B85B8B63}" type="pres">
      <dgm:prSet presAssocID="{E809CB05-D183-4E63-AE10-F88C080DC377}" presName="iconBgRect" presStyleLbl="bgShp" presStyleIdx="3" presStyleCnt="4"/>
      <dgm:spPr/>
    </dgm:pt>
    <dgm:pt modelId="{307E068F-F705-43F4-B5EF-F5068270E7B7}" type="pres">
      <dgm:prSet presAssocID="{E809CB05-D183-4E63-AE10-F88C080DC37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otprints"/>
        </a:ext>
      </dgm:extLst>
    </dgm:pt>
    <dgm:pt modelId="{C1AF877F-AC0D-4C23-9F91-2DAC1EC5596E}" type="pres">
      <dgm:prSet presAssocID="{E809CB05-D183-4E63-AE10-F88C080DC377}" presName="spaceRect" presStyleCnt="0"/>
      <dgm:spPr/>
    </dgm:pt>
    <dgm:pt modelId="{70BCC7FB-A83C-47D5-8904-B926E83EB23A}" type="pres">
      <dgm:prSet presAssocID="{E809CB05-D183-4E63-AE10-F88C080DC37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2FDD30C-904B-459F-9D91-C84826B0ACC4}" srcId="{DE15D8FB-7F75-4FAB-82C1-EC9198EB8725}" destId="{E809CB05-D183-4E63-AE10-F88C080DC377}" srcOrd="3" destOrd="0" parTransId="{D1BF0B97-872D-4C15-8D7D-95BD9AA4ACC4}" sibTransId="{394C87CC-CEDF-492B-ADCB-8E3AB82FB347}"/>
    <dgm:cxn modelId="{3FE3AD26-4FCF-43ED-B8B7-D92E2C6772CB}" type="presOf" srcId="{DE15D8FB-7F75-4FAB-82C1-EC9198EB8725}" destId="{5537B182-5014-4F30-ABF3-5FE19C759437}" srcOrd="0" destOrd="0" presId="urn:microsoft.com/office/officeart/2018/5/layout/IconCircleLabelList"/>
    <dgm:cxn modelId="{44D3E72C-680E-4895-B0DD-922E54D463AF}" type="presOf" srcId="{E809CB05-D183-4E63-AE10-F88C080DC377}" destId="{70BCC7FB-A83C-47D5-8904-B926E83EB23A}" srcOrd="0" destOrd="0" presId="urn:microsoft.com/office/officeart/2018/5/layout/IconCircleLabelList"/>
    <dgm:cxn modelId="{A115346C-A83D-4E6E-A50A-F3EA96EEE329}" srcId="{DE15D8FB-7F75-4FAB-82C1-EC9198EB8725}" destId="{A337DEBD-DCE8-48C5-AD94-C97F710EDB5A}" srcOrd="1" destOrd="0" parTransId="{A8A58AC7-1E50-4FA8-987C-05DE20BD2A60}" sibTransId="{6182E770-86FC-42A4-85E3-5559FC06CCC2}"/>
    <dgm:cxn modelId="{E178EC82-75F7-4015-B4FA-11251AFBAF9E}" type="presOf" srcId="{A337DEBD-DCE8-48C5-AD94-C97F710EDB5A}" destId="{D2700209-897D-440D-BBE0-44524E1516E2}" srcOrd="0" destOrd="0" presId="urn:microsoft.com/office/officeart/2018/5/layout/IconCircleLabelList"/>
    <dgm:cxn modelId="{7C0BA58B-1826-4747-B826-3A622C44E982}" srcId="{DE15D8FB-7F75-4FAB-82C1-EC9198EB8725}" destId="{3E67304F-43C8-460B-97F2-DA1B93682444}" srcOrd="0" destOrd="0" parTransId="{D04E695E-C3FF-47BA-8F98-0622EF5B6F85}" sibTransId="{2A14BCC0-3A01-4C7B-9B99-086ED3A72D2C}"/>
    <dgm:cxn modelId="{2E43C899-63FC-4DA7-8035-91F0EC37AE1B}" type="presOf" srcId="{1C58AB2A-D39E-48A5-A599-27C6D0C3C90B}" destId="{EA4DF11B-36B4-406C-9881-DB6E33E09361}" srcOrd="0" destOrd="0" presId="urn:microsoft.com/office/officeart/2018/5/layout/IconCircleLabelList"/>
    <dgm:cxn modelId="{241528E7-CE43-4F12-8A0C-671236568C81}" srcId="{DE15D8FB-7F75-4FAB-82C1-EC9198EB8725}" destId="{1C58AB2A-D39E-48A5-A599-27C6D0C3C90B}" srcOrd="2" destOrd="0" parTransId="{9971600B-6FD7-4C6D-BEAC-3FCC4FF4F5A1}" sibTransId="{4A659F56-228C-40A3-9689-D62C77CB9FCA}"/>
    <dgm:cxn modelId="{FA0AD4F3-A51F-471E-A3A8-0239A8D75800}" type="presOf" srcId="{3E67304F-43C8-460B-97F2-DA1B93682444}" destId="{EDDAB6E6-8954-43C4-9C3B-48D646B6B764}" srcOrd="0" destOrd="0" presId="urn:microsoft.com/office/officeart/2018/5/layout/IconCircleLabelList"/>
    <dgm:cxn modelId="{4C675520-1CA4-4E32-91F2-9AC1E8832ACC}" type="presParOf" srcId="{5537B182-5014-4F30-ABF3-5FE19C759437}" destId="{37024B18-613A-4D75-A8A1-C5A4A9A504E1}" srcOrd="0" destOrd="0" presId="urn:microsoft.com/office/officeart/2018/5/layout/IconCircleLabelList"/>
    <dgm:cxn modelId="{5AC7A3D6-9E18-47FC-BE7F-E91C3781617B}" type="presParOf" srcId="{37024B18-613A-4D75-A8A1-C5A4A9A504E1}" destId="{0275E23C-85AA-40D2-A364-CDAE8BC9A29F}" srcOrd="0" destOrd="0" presId="urn:microsoft.com/office/officeart/2018/5/layout/IconCircleLabelList"/>
    <dgm:cxn modelId="{953863EB-4D77-4C0F-9783-D2861D30EBF7}" type="presParOf" srcId="{37024B18-613A-4D75-A8A1-C5A4A9A504E1}" destId="{C0D6216F-F797-47CC-9111-E0AB1AEF3205}" srcOrd="1" destOrd="0" presId="urn:microsoft.com/office/officeart/2018/5/layout/IconCircleLabelList"/>
    <dgm:cxn modelId="{CA0D3386-3CA8-47A9-8C22-D4FFC88B3EBA}" type="presParOf" srcId="{37024B18-613A-4D75-A8A1-C5A4A9A504E1}" destId="{275359EC-3F8A-4437-985D-7585D1E16E4D}" srcOrd="2" destOrd="0" presId="urn:microsoft.com/office/officeart/2018/5/layout/IconCircleLabelList"/>
    <dgm:cxn modelId="{EDD7E917-24A7-446E-8218-35812963DB66}" type="presParOf" srcId="{37024B18-613A-4D75-A8A1-C5A4A9A504E1}" destId="{EDDAB6E6-8954-43C4-9C3B-48D646B6B764}" srcOrd="3" destOrd="0" presId="urn:microsoft.com/office/officeart/2018/5/layout/IconCircleLabelList"/>
    <dgm:cxn modelId="{46045545-2762-48FB-8046-100203044617}" type="presParOf" srcId="{5537B182-5014-4F30-ABF3-5FE19C759437}" destId="{F39DF4AE-2FBD-4273-A45E-B27E472B45A5}" srcOrd="1" destOrd="0" presId="urn:microsoft.com/office/officeart/2018/5/layout/IconCircleLabelList"/>
    <dgm:cxn modelId="{422C7E8D-73B7-45D5-A361-ADB54B827973}" type="presParOf" srcId="{5537B182-5014-4F30-ABF3-5FE19C759437}" destId="{CF988334-58BD-4B3F-A979-941FF174FFF5}" srcOrd="2" destOrd="0" presId="urn:microsoft.com/office/officeart/2018/5/layout/IconCircleLabelList"/>
    <dgm:cxn modelId="{80C31405-14BF-4672-80AA-6B83E7633AC0}" type="presParOf" srcId="{CF988334-58BD-4B3F-A979-941FF174FFF5}" destId="{28499F4F-8595-4FCA-BC73-A9B11E708895}" srcOrd="0" destOrd="0" presId="urn:microsoft.com/office/officeart/2018/5/layout/IconCircleLabelList"/>
    <dgm:cxn modelId="{0E679073-F4A4-4A09-9F5A-2814E7EA9A75}" type="presParOf" srcId="{CF988334-58BD-4B3F-A979-941FF174FFF5}" destId="{BD9313A0-6C80-4845-85D0-F62AE6075BCC}" srcOrd="1" destOrd="0" presId="urn:microsoft.com/office/officeart/2018/5/layout/IconCircleLabelList"/>
    <dgm:cxn modelId="{345C17E9-98AC-44FD-ABD0-BEAC1D335CC6}" type="presParOf" srcId="{CF988334-58BD-4B3F-A979-941FF174FFF5}" destId="{27AA8FD8-B780-4C28-B0D9-098A19DA0B1F}" srcOrd="2" destOrd="0" presId="urn:microsoft.com/office/officeart/2018/5/layout/IconCircleLabelList"/>
    <dgm:cxn modelId="{3FC43BD1-6809-4531-B4BB-76FD18EC6EDD}" type="presParOf" srcId="{CF988334-58BD-4B3F-A979-941FF174FFF5}" destId="{D2700209-897D-440D-BBE0-44524E1516E2}" srcOrd="3" destOrd="0" presId="urn:microsoft.com/office/officeart/2018/5/layout/IconCircleLabelList"/>
    <dgm:cxn modelId="{AB6BED41-72D9-498F-96C1-3D984071E86E}" type="presParOf" srcId="{5537B182-5014-4F30-ABF3-5FE19C759437}" destId="{ADDC7EC5-9BC4-49AE-AC7C-9194E27A7824}" srcOrd="3" destOrd="0" presId="urn:microsoft.com/office/officeart/2018/5/layout/IconCircleLabelList"/>
    <dgm:cxn modelId="{D8B20B05-2D27-43DB-927F-EAD9B6876F1F}" type="presParOf" srcId="{5537B182-5014-4F30-ABF3-5FE19C759437}" destId="{F0D68F5B-0FE5-4D4F-BE8C-077BC4A21D88}" srcOrd="4" destOrd="0" presId="urn:microsoft.com/office/officeart/2018/5/layout/IconCircleLabelList"/>
    <dgm:cxn modelId="{1E575880-8F71-4B14-BD4A-CCA889A842A6}" type="presParOf" srcId="{F0D68F5B-0FE5-4D4F-BE8C-077BC4A21D88}" destId="{E6BF3751-0991-48E1-8BCE-44CE9D29C6B1}" srcOrd="0" destOrd="0" presId="urn:microsoft.com/office/officeart/2018/5/layout/IconCircleLabelList"/>
    <dgm:cxn modelId="{DDA69368-6200-4B58-BC57-4F1085524BC3}" type="presParOf" srcId="{F0D68F5B-0FE5-4D4F-BE8C-077BC4A21D88}" destId="{4F017824-F5B9-4415-8E49-C17FC2CB731C}" srcOrd="1" destOrd="0" presId="urn:microsoft.com/office/officeart/2018/5/layout/IconCircleLabelList"/>
    <dgm:cxn modelId="{A7FB09C7-BA06-4A93-8312-F02500BA16B3}" type="presParOf" srcId="{F0D68F5B-0FE5-4D4F-BE8C-077BC4A21D88}" destId="{CA96F079-D78C-4B18-B3A4-59E44B96BB53}" srcOrd="2" destOrd="0" presId="urn:microsoft.com/office/officeart/2018/5/layout/IconCircleLabelList"/>
    <dgm:cxn modelId="{CF04A239-C0FC-42A7-AAE1-2FCC59CC000F}" type="presParOf" srcId="{F0D68F5B-0FE5-4D4F-BE8C-077BC4A21D88}" destId="{EA4DF11B-36B4-406C-9881-DB6E33E09361}" srcOrd="3" destOrd="0" presId="urn:microsoft.com/office/officeart/2018/5/layout/IconCircleLabelList"/>
    <dgm:cxn modelId="{D9E9EF9F-2835-4965-8E8D-8B16CFDC78E9}" type="presParOf" srcId="{5537B182-5014-4F30-ABF3-5FE19C759437}" destId="{3654985D-866D-4787-B35A-8CB0A456AD70}" srcOrd="5" destOrd="0" presId="urn:microsoft.com/office/officeart/2018/5/layout/IconCircleLabelList"/>
    <dgm:cxn modelId="{FFF50B25-4868-4A8B-B907-5926219A8F54}" type="presParOf" srcId="{5537B182-5014-4F30-ABF3-5FE19C759437}" destId="{4CD4AB19-B42D-435F-A051-E035DB088DF5}" srcOrd="6" destOrd="0" presId="urn:microsoft.com/office/officeart/2018/5/layout/IconCircleLabelList"/>
    <dgm:cxn modelId="{72852E2F-DF8E-4B75-988D-CA768919B4C5}" type="presParOf" srcId="{4CD4AB19-B42D-435F-A051-E035DB088DF5}" destId="{D5D21268-2D42-4300-A128-9104B85B8B63}" srcOrd="0" destOrd="0" presId="urn:microsoft.com/office/officeart/2018/5/layout/IconCircleLabelList"/>
    <dgm:cxn modelId="{7CC41FAA-A0EB-4F7A-90D3-2AA0464BF70B}" type="presParOf" srcId="{4CD4AB19-B42D-435F-A051-E035DB088DF5}" destId="{307E068F-F705-43F4-B5EF-F5068270E7B7}" srcOrd="1" destOrd="0" presId="urn:microsoft.com/office/officeart/2018/5/layout/IconCircleLabelList"/>
    <dgm:cxn modelId="{999C5A65-735C-44D7-B86C-362C990A620B}" type="presParOf" srcId="{4CD4AB19-B42D-435F-A051-E035DB088DF5}" destId="{C1AF877F-AC0D-4C23-9F91-2DAC1EC5596E}" srcOrd="2" destOrd="0" presId="urn:microsoft.com/office/officeart/2018/5/layout/IconCircleLabelList"/>
    <dgm:cxn modelId="{45AB6D2F-5E6F-45EE-980B-F1875730F54F}" type="presParOf" srcId="{4CD4AB19-B42D-435F-A051-E035DB088DF5}" destId="{70BCC7FB-A83C-47D5-8904-B926E83EB23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4D31AD8-5048-4796-A376-026DB52CB995}" type="doc">
      <dgm:prSet loTypeId="urn:microsoft.com/office/officeart/2005/8/layout/hierarchy1" loCatId="hierarchy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E78542E-A9BD-423F-BE4E-C3310A0F8E04}">
      <dgm:prSet/>
      <dgm:spPr/>
      <dgm:t>
        <a:bodyPr/>
        <a:lstStyle/>
        <a:p>
          <a:r>
            <a:rPr lang="en-US"/>
            <a:t>• AI Chatbot (Tier 1 support)</a:t>
          </a:r>
        </a:p>
      </dgm:t>
    </dgm:pt>
    <dgm:pt modelId="{CA3D95F0-2995-473D-B952-4E746B642F57}" type="parTrans" cxnId="{2331B4F2-A3F3-49E4-8AA1-62E3B7BF0F71}">
      <dgm:prSet/>
      <dgm:spPr/>
      <dgm:t>
        <a:bodyPr/>
        <a:lstStyle/>
        <a:p>
          <a:endParaRPr lang="en-US"/>
        </a:p>
      </dgm:t>
    </dgm:pt>
    <dgm:pt modelId="{55A1463E-125B-4E25-9EAD-E5C205CC86A5}" type="sibTrans" cxnId="{2331B4F2-A3F3-49E4-8AA1-62E3B7BF0F71}">
      <dgm:prSet/>
      <dgm:spPr/>
      <dgm:t>
        <a:bodyPr/>
        <a:lstStyle/>
        <a:p>
          <a:endParaRPr lang="en-US"/>
        </a:p>
      </dgm:t>
    </dgm:pt>
    <dgm:pt modelId="{54598664-8F6C-41AC-AF4F-3AEF23812971}">
      <dgm:prSet/>
      <dgm:spPr/>
      <dgm:t>
        <a:bodyPr/>
        <a:lstStyle/>
        <a:p>
          <a:r>
            <a:rPr lang="en-US"/>
            <a:t>• AI ticket classification</a:t>
          </a:r>
        </a:p>
      </dgm:t>
    </dgm:pt>
    <dgm:pt modelId="{90A65DAF-6122-4F3D-ACBB-3C8123B21235}" type="parTrans" cxnId="{BF6E78ED-F33A-40D9-AC25-7D2E89E09804}">
      <dgm:prSet/>
      <dgm:spPr/>
      <dgm:t>
        <a:bodyPr/>
        <a:lstStyle/>
        <a:p>
          <a:endParaRPr lang="en-US"/>
        </a:p>
      </dgm:t>
    </dgm:pt>
    <dgm:pt modelId="{B2BBBC1A-32FF-4D37-9122-6FC667476F03}" type="sibTrans" cxnId="{BF6E78ED-F33A-40D9-AC25-7D2E89E09804}">
      <dgm:prSet/>
      <dgm:spPr/>
      <dgm:t>
        <a:bodyPr/>
        <a:lstStyle/>
        <a:p>
          <a:endParaRPr lang="en-US"/>
        </a:p>
      </dgm:t>
    </dgm:pt>
    <dgm:pt modelId="{F2E3EE08-D610-40B8-8D40-2E4218B28CC1}">
      <dgm:prSet/>
      <dgm:spPr/>
      <dgm:t>
        <a:bodyPr/>
        <a:lstStyle/>
        <a:p>
          <a:r>
            <a:rPr lang="en-US"/>
            <a:t>• AI routing</a:t>
          </a:r>
        </a:p>
      </dgm:t>
    </dgm:pt>
    <dgm:pt modelId="{21EADBCC-8EDA-406C-8987-CA3385B8F1CB}" type="parTrans" cxnId="{92BAD8D0-2D75-45F3-983A-A3F2B6A4B201}">
      <dgm:prSet/>
      <dgm:spPr/>
      <dgm:t>
        <a:bodyPr/>
        <a:lstStyle/>
        <a:p>
          <a:endParaRPr lang="en-US"/>
        </a:p>
      </dgm:t>
    </dgm:pt>
    <dgm:pt modelId="{CD69E228-6EF6-4133-BA0F-8CB34F2CF04A}" type="sibTrans" cxnId="{92BAD8D0-2D75-45F3-983A-A3F2B6A4B201}">
      <dgm:prSet/>
      <dgm:spPr/>
      <dgm:t>
        <a:bodyPr/>
        <a:lstStyle/>
        <a:p>
          <a:endParaRPr lang="en-US"/>
        </a:p>
      </dgm:t>
    </dgm:pt>
    <dgm:pt modelId="{C8006BA2-59F1-4834-99B1-E095640C9623}">
      <dgm:prSet/>
      <dgm:spPr/>
      <dgm:t>
        <a:bodyPr/>
        <a:lstStyle/>
        <a:p>
          <a:r>
            <a:rPr lang="en-US"/>
            <a:t>• Sentiment analysis</a:t>
          </a:r>
        </a:p>
      </dgm:t>
    </dgm:pt>
    <dgm:pt modelId="{B92880CE-273D-4EEA-84C0-4B1D95DC6857}" type="parTrans" cxnId="{68E499F3-FF6A-47AE-A183-E0FDFDE967C6}">
      <dgm:prSet/>
      <dgm:spPr/>
      <dgm:t>
        <a:bodyPr/>
        <a:lstStyle/>
        <a:p>
          <a:endParaRPr lang="en-US"/>
        </a:p>
      </dgm:t>
    </dgm:pt>
    <dgm:pt modelId="{88632F8E-2917-4673-9F8B-EC156CB3D2F8}" type="sibTrans" cxnId="{68E499F3-FF6A-47AE-A183-E0FDFDE967C6}">
      <dgm:prSet/>
      <dgm:spPr/>
      <dgm:t>
        <a:bodyPr/>
        <a:lstStyle/>
        <a:p>
          <a:endParaRPr lang="en-US"/>
        </a:p>
      </dgm:t>
    </dgm:pt>
    <dgm:pt modelId="{87D1B336-2533-4313-B30E-E4A47F0AB01F}">
      <dgm:prSet/>
      <dgm:spPr/>
      <dgm:t>
        <a:bodyPr/>
        <a:lstStyle/>
        <a:p>
          <a:r>
            <a:rPr lang="en-US"/>
            <a:t>• AI analytics</a:t>
          </a:r>
        </a:p>
      </dgm:t>
    </dgm:pt>
    <dgm:pt modelId="{63EAFEEE-73B2-459F-B1CE-85E09061F715}" type="parTrans" cxnId="{8D657959-2DEB-4692-B6D2-9A6BE55A5A24}">
      <dgm:prSet/>
      <dgm:spPr/>
      <dgm:t>
        <a:bodyPr/>
        <a:lstStyle/>
        <a:p>
          <a:endParaRPr lang="en-US"/>
        </a:p>
      </dgm:t>
    </dgm:pt>
    <dgm:pt modelId="{4AA84726-9AC0-4F4F-884A-D8C114460A50}" type="sibTrans" cxnId="{8D657959-2DEB-4692-B6D2-9A6BE55A5A24}">
      <dgm:prSet/>
      <dgm:spPr/>
      <dgm:t>
        <a:bodyPr/>
        <a:lstStyle/>
        <a:p>
          <a:endParaRPr lang="en-US"/>
        </a:p>
      </dgm:t>
    </dgm:pt>
    <dgm:pt modelId="{DE779C9B-4C90-4778-A0BA-8FAD08EA957E}" type="pres">
      <dgm:prSet presAssocID="{24D31AD8-5048-4796-A376-026DB52CB99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4E8AB9A-9146-4E1B-8C3E-B6FD48C27AD6}" type="pres">
      <dgm:prSet presAssocID="{EE78542E-A9BD-423F-BE4E-C3310A0F8E04}" presName="hierRoot1" presStyleCnt="0"/>
      <dgm:spPr/>
    </dgm:pt>
    <dgm:pt modelId="{3F1E22B6-312F-40CE-ADFC-F9E111E4C920}" type="pres">
      <dgm:prSet presAssocID="{EE78542E-A9BD-423F-BE4E-C3310A0F8E04}" presName="composite" presStyleCnt="0"/>
      <dgm:spPr/>
    </dgm:pt>
    <dgm:pt modelId="{5EFDF07C-80F7-4B15-8399-2F49BB9CD78D}" type="pres">
      <dgm:prSet presAssocID="{EE78542E-A9BD-423F-BE4E-C3310A0F8E04}" presName="background" presStyleLbl="node0" presStyleIdx="0" presStyleCnt="5"/>
      <dgm:spPr/>
    </dgm:pt>
    <dgm:pt modelId="{90C9718F-DC47-4322-AE42-57084C037633}" type="pres">
      <dgm:prSet presAssocID="{EE78542E-A9BD-423F-BE4E-C3310A0F8E04}" presName="text" presStyleLbl="fgAcc0" presStyleIdx="0" presStyleCnt="5">
        <dgm:presLayoutVars>
          <dgm:chPref val="3"/>
        </dgm:presLayoutVars>
      </dgm:prSet>
      <dgm:spPr/>
    </dgm:pt>
    <dgm:pt modelId="{A2D1FD12-7484-4DB7-9F7F-BCF479FAC2FE}" type="pres">
      <dgm:prSet presAssocID="{EE78542E-A9BD-423F-BE4E-C3310A0F8E04}" presName="hierChild2" presStyleCnt="0"/>
      <dgm:spPr/>
    </dgm:pt>
    <dgm:pt modelId="{527E964A-60AB-44C9-ACF3-43F21AF8742B}" type="pres">
      <dgm:prSet presAssocID="{54598664-8F6C-41AC-AF4F-3AEF23812971}" presName="hierRoot1" presStyleCnt="0"/>
      <dgm:spPr/>
    </dgm:pt>
    <dgm:pt modelId="{0B67F17E-1192-4A36-9819-5C8A94ADFBFD}" type="pres">
      <dgm:prSet presAssocID="{54598664-8F6C-41AC-AF4F-3AEF23812971}" presName="composite" presStyleCnt="0"/>
      <dgm:spPr/>
    </dgm:pt>
    <dgm:pt modelId="{F2C62B5D-8445-4279-A039-7565E6B3A5B2}" type="pres">
      <dgm:prSet presAssocID="{54598664-8F6C-41AC-AF4F-3AEF23812971}" presName="background" presStyleLbl="node0" presStyleIdx="1" presStyleCnt="5"/>
      <dgm:spPr/>
    </dgm:pt>
    <dgm:pt modelId="{3253CE4F-9D57-4AC7-839B-5C394E6165F5}" type="pres">
      <dgm:prSet presAssocID="{54598664-8F6C-41AC-AF4F-3AEF23812971}" presName="text" presStyleLbl="fgAcc0" presStyleIdx="1" presStyleCnt="5">
        <dgm:presLayoutVars>
          <dgm:chPref val="3"/>
        </dgm:presLayoutVars>
      </dgm:prSet>
      <dgm:spPr/>
    </dgm:pt>
    <dgm:pt modelId="{9428E103-65E7-40D7-809C-BB326A995BCA}" type="pres">
      <dgm:prSet presAssocID="{54598664-8F6C-41AC-AF4F-3AEF23812971}" presName="hierChild2" presStyleCnt="0"/>
      <dgm:spPr/>
    </dgm:pt>
    <dgm:pt modelId="{30C072FB-DE12-40B1-B216-06884D1F0E5E}" type="pres">
      <dgm:prSet presAssocID="{F2E3EE08-D610-40B8-8D40-2E4218B28CC1}" presName="hierRoot1" presStyleCnt="0"/>
      <dgm:spPr/>
    </dgm:pt>
    <dgm:pt modelId="{8D687D9E-0927-4D96-AB17-9A2D5444784B}" type="pres">
      <dgm:prSet presAssocID="{F2E3EE08-D610-40B8-8D40-2E4218B28CC1}" presName="composite" presStyleCnt="0"/>
      <dgm:spPr/>
    </dgm:pt>
    <dgm:pt modelId="{1B56590E-5117-4298-8A0F-6F87ADCC184D}" type="pres">
      <dgm:prSet presAssocID="{F2E3EE08-D610-40B8-8D40-2E4218B28CC1}" presName="background" presStyleLbl="node0" presStyleIdx="2" presStyleCnt="5"/>
      <dgm:spPr/>
    </dgm:pt>
    <dgm:pt modelId="{8AB3B02E-DB60-4D80-AE59-8ABF33640042}" type="pres">
      <dgm:prSet presAssocID="{F2E3EE08-D610-40B8-8D40-2E4218B28CC1}" presName="text" presStyleLbl="fgAcc0" presStyleIdx="2" presStyleCnt="5">
        <dgm:presLayoutVars>
          <dgm:chPref val="3"/>
        </dgm:presLayoutVars>
      </dgm:prSet>
      <dgm:spPr/>
    </dgm:pt>
    <dgm:pt modelId="{F7C6FC71-4259-4012-AA4B-EA0BA1D3F737}" type="pres">
      <dgm:prSet presAssocID="{F2E3EE08-D610-40B8-8D40-2E4218B28CC1}" presName="hierChild2" presStyleCnt="0"/>
      <dgm:spPr/>
    </dgm:pt>
    <dgm:pt modelId="{F4F44477-EC25-4756-BFCD-436016D9BF12}" type="pres">
      <dgm:prSet presAssocID="{C8006BA2-59F1-4834-99B1-E095640C9623}" presName="hierRoot1" presStyleCnt="0"/>
      <dgm:spPr/>
    </dgm:pt>
    <dgm:pt modelId="{43750C70-5195-4DF3-B3A0-2EEF89578960}" type="pres">
      <dgm:prSet presAssocID="{C8006BA2-59F1-4834-99B1-E095640C9623}" presName="composite" presStyleCnt="0"/>
      <dgm:spPr/>
    </dgm:pt>
    <dgm:pt modelId="{3A8DCDDE-2890-49C2-AA83-091680013C94}" type="pres">
      <dgm:prSet presAssocID="{C8006BA2-59F1-4834-99B1-E095640C9623}" presName="background" presStyleLbl="node0" presStyleIdx="3" presStyleCnt="5"/>
      <dgm:spPr/>
    </dgm:pt>
    <dgm:pt modelId="{41DF3442-4182-428D-9568-FDF0DB509EE9}" type="pres">
      <dgm:prSet presAssocID="{C8006BA2-59F1-4834-99B1-E095640C9623}" presName="text" presStyleLbl="fgAcc0" presStyleIdx="3" presStyleCnt="5">
        <dgm:presLayoutVars>
          <dgm:chPref val="3"/>
        </dgm:presLayoutVars>
      </dgm:prSet>
      <dgm:spPr/>
    </dgm:pt>
    <dgm:pt modelId="{F857A8CB-CCF8-43A8-BCCC-FFA0559D7D86}" type="pres">
      <dgm:prSet presAssocID="{C8006BA2-59F1-4834-99B1-E095640C9623}" presName="hierChild2" presStyleCnt="0"/>
      <dgm:spPr/>
    </dgm:pt>
    <dgm:pt modelId="{8F2DB418-CEC2-41F3-BE48-F38717E36BBB}" type="pres">
      <dgm:prSet presAssocID="{87D1B336-2533-4313-B30E-E4A47F0AB01F}" presName="hierRoot1" presStyleCnt="0"/>
      <dgm:spPr/>
    </dgm:pt>
    <dgm:pt modelId="{B7D0086E-E8B8-4612-8E65-D4AC2F9D2001}" type="pres">
      <dgm:prSet presAssocID="{87D1B336-2533-4313-B30E-E4A47F0AB01F}" presName="composite" presStyleCnt="0"/>
      <dgm:spPr/>
    </dgm:pt>
    <dgm:pt modelId="{7D4CE798-F6C7-492E-978B-6BDC31CE09AC}" type="pres">
      <dgm:prSet presAssocID="{87D1B336-2533-4313-B30E-E4A47F0AB01F}" presName="background" presStyleLbl="node0" presStyleIdx="4" presStyleCnt="5"/>
      <dgm:spPr/>
    </dgm:pt>
    <dgm:pt modelId="{19E9A081-7939-4D63-99A2-B18CD28451F0}" type="pres">
      <dgm:prSet presAssocID="{87D1B336-2533-4313-B30E-E4A47F0AB01F}" presName="text" presStyleLbl="fgAcc0" presStyleIdx="4" presStyleCnt="5">
        <dgm:presLayoutVars>
          <dgm:chPref val="3"/>
        </dgm:presLayoutVars>
      </dgm:prSet>
      <dgm:spPr/>
    </dgm:pt>
    <dgm:pt modelId="{2F001A06-F283-40E1-8C58-470BB129ECE8}" type="pres">
      <dgm:prSet presAssocID="{87D1B336-2533-4313-B30E-E4A47F0AB01F}" presName="hierChild2" presStyleCnt="0"/>
      <dgm:spPr/>
    </dgm:pt>
  </dgm:ptLst>
  <dgm:cxnLst>
    <dgm:cxn modelId="{7C386201-40B6-415D-A17F-32CFBF6272EA}" type="presOf" srcId="{C8006BA2-59F1-4834-99B1-E095640C9623}" destId="{41DF3442-4182-428D-9568-FDF0DB509EE9}" srcOrd="0" destOrd="0" presId="urn:microsoft.com/office/officeart/2005/8/layout/hierarchy1"/>
    <dgm:cxn modelId="{98A6B621-DBD1-471F-A452-9FB40D5CE5B0}" type="presOf" srcId="{54598664-8F6C-41AC-AF4F-3AEF23812971}" destId="{3253CE4F-9D57-4AC7-839B-5C394E6165F5}" srcOrd="0" destOrd="0" presId="urn:microsoft.com/office/officeart/2005/8/layout/hierarchy1"/>
    <dgm:cxn modelId="{8D657959-2DEB-4692-B6D2-9A6BE55A5A24}" srcId="{24D31AD8-5048-4796-A376-026DB52CB995}" destId="{87D1B336-2533-4313-B30E-E4A47F0AB01F}" srcOrd="4" destOrd="0" parTransId="{63EAFEEE-73B2-459F-B1CE-85E09061F715}" sibTransId="{4AA84726-9AC0-4F4F-884A-D8C114460A50}"/>
    <dgm:cxn modelId="{6861D0AC-E8B3-41B1-96BC-4A2EB4D76777}" type="presOf" srcId="{EE78542E-A9BD-423F-BE4E-C3310A0F8E04}" destId="{90C9718F-DC47-4322-AE42-57084C037633}" srcOrd="0" destOrd="0" presId="urn:microsoft.com/office/officeart/2005/8/layout/hierarchy1"/>
    <dgm:cxn modelId="{973B17B0-868D-4910-AE06-7E3D5B788ECA}" type="presOf" srcId="{F2E3EE08-D610-40B8-8D40-2E4218B28CC1}" destId="{8AB3B02E-DB60-4D80-AE59-8ABF33640042}" srcOrd="0" destOrd="0" presId="urn:microsoft.com/office/officeart/2005/8/layout/hierarchy1"/>
    <dgm:cxn modelId="{A6BA48B6-C307-436C-A701-CEB8AFEF6672}" type="presOf" srcId="{24D31AD8-5048-4796-A376-026DB52CB995}" destId="{DE779C9B-4C90-4778-A0BA-8FAD08EA957E}" srcOrd="0" destOrd="0" presId="urn:microsoft.com/office/officeart/2005/8/layout/hierarchy1"/>
    <dgm:cxn modelId="{92BAD8D0-2D75-45F3-983A-A3F2B6A4B201}" srcId="{24D31AD8-5048-4796-A376-026DB52CB995}" destId="{F2E3EE08-D610-40B8-8D40-2E4218B28CC1}" srcOrd="2" destOrd="0" parTransId="{21EADBCC-8EDA-406C-8987-CA3385B8F1CB}" sibTransId="{CD69E228-6EF6-4133-BA0F-8CB34F2CF04A}"/>
    <dgm:cxn modelId="{5C5257D2-5492-49A7-8E94-0E89938ED3AD}" type="presOf" srcId="{87D1B336-2533-4313-B30E-E4A47F0AB01F}" destId="{19E9A081-7939-4D63-99A2-B18CD28451F0}" srcOrd="0" destOrd="0" presId="urn:microsoft.com/office/officeart/2005/8/layout/hierarchy1"/>
    <dgm:cxn modelId="{BF6E78ED-F33A-40D9-AC25-7D2E89E09804}" srcId="{24D31AD8-5048-4796-A376-026DB52CB995}" destId="{54598664-8F6C-41AC-AF4F-3AEF23812971}" srcOrd="1" destOrd="0" parTransId="{90A65DAF-6122-4F3D-ACBB-3C8123B21235}" sibTransId="{B2BBBC1A-32FF-4D37-9122-6FC667476F03}"/>
    <dgm:cxn modelId="{2331B4F2-A3F3-49E4-8AA1-62E3B7BF0F71}" srcId="{24D31AD8-5048-4796-A376-026DB52CB995}" destId="{EE78542E-A9BD-423F-BE4E-C3310A0F8E04}" srcOrd="0" destOrd="0" parTransId="{CA3D95F0-2995-473D-B952-4E746B642F57}" sibTransId="{55A1463E-125B-4E25-9EAD-E5C205CC86A5}"/>
    <dgm:cxn modelId="{68E499F3-FF6A-47AE-A183-E0FDFDE967C6}" srcId="{24D31AD8-5048-4796-A376-026DB52CB995}" destId="{C8006BA2-59F1-4834-99B1-E095640C9623}" srcOrd="3" destOrd="0" parTransId="{B92880CE-273D-4EEA-84C0-4B1D95DC6857}" sibTransId="{88632F8E-2917-4673-9F8B-EC156CB3D2F8}"/>
    <dgm:cxn modelId="{FFE289A0-FD5C-4CF6-834B-1221C478C590}" type="presParOf" srcId="{DE779C9B-4C90-4778-A0BA-8FAD08EA957E}" destId="{F4E8AB9A-9146-4E1B-8C3E-B6FD48C27AD6}" srcOrd="0" destOrd="0" presId="urn:microsoft.com/office/officeart/2005/8/layout/hierarchy1"/>
    <dgm:cxn modelId="{0C8703ED-1EF0-43BF-A195-BD5538F14D7E}" type="presParOf" srcId="{F4E8AB9A-9146-4E1B-8C3E-B6FD48C27AD6}" destId="{3F1E22B6-312F-40CE-ADFC-F9E111E4C920}" srcOrd="0" destOrd="0" presId="urn:microsoft.com/office/officeart/2005/8/layout/hierarchy1"/>
    <dgm:cxn modelId="{AD5349FB-8202-43AC-A5A5-5B2D7FC28455}" type="presParOf" srcId="{3F1E22B6-312F-40CE-ADFC-F9E111E4C920}" destId="{5EFDF07C-80F7-4B15-8399-2F49BB9CD78D}" srcOrd="0" destOrd="0" presId="urn:microsoft.com/office/officeart/2005/8/layout/hierarchy1"/>
    <dgm:cxn modelId="{C54C887C-CC91-4998-ABBE-4F4149A6B059}" type="presParOf" srcId="{3F1E22B6-312F-40CE-ADFC-F9E111E4C920}" destId="{90C9718F-DC47-4322-AE42-57084C037633}" srcOrd="1" destOrd="0" presId="urn:microsoft.com/office/officeart/2005/8/layout/hierarchy1"/>
    <dgm:cxn modelId="{B4228537-F296-4543-8130-9DE89091D3CE}" type="presParOf" srcId="{F4E8AB9A-9146-4E1B-8C3E-B6FD48C27AD6}" destId="{A2D1FD12-7484-4DB7-9F7F-BCF479FAC2FE}" srcOrd="1" destOrd="0" presId="urn:microsoft.com/office/officeart/2005/8/layout/hierarchy1"/>
    <dgm:cxn modelId="{206CD7E2-302A-4D62-9B1C-6DC5C2A288A7}" type="presParOf" srcId="{DE779C9B-4C90-4778-A0BA-8FAD08EA957E}" destId="{527E964A-60AB-44C9-ACF3-43F21AF8742B}" srcOrd="1" destOrd="0" presId="urn:microsoft.com/office/officeart/2005/8/layout/hierarchy1"/>
    <dgm:cxn modelId="{A5D2CA9D-00B4-47C4-91E0-B5F67109B6E7}" type="presParOf" srcId="{527E964A-60AB-44C9-ACF3-43F21AF8742B}" destId="{0B67F17E-1192-4A36-9819-5C8A94ADFBFD}" srcOrd="0" destOrd="0" presId="urn:microsoft.com/office/officeart/2005/8/layout/hierarchy1"/>
    <dgm:cxn modelId="{F87C4B0D-F2D2-4BF0-83BD-6A7CBC0392A7}" type="presParOf" srcId="{0B67F17E-1192-4A36-9819-5C8A94ADFBFD}" destId="{F2C62B5D-8445-4279-A039-7565E6B3A5B2}" srcOrd="0" destOrd="0" presId="urn:microsoft.com/office/officeart/2005/8/layout/hierarchy1"/>
    <dgm:cxn modelId="{6FB53E68-72E2-4D82-9C9C-E6CFE2D4F91D}" type="presParOf" srcId="{0B67F17E-1192-4A36-9819-5C8A94ADFBFD}" destId="{3253CE4F-9D57-4AC7-839B-5C394E6165F5}" srcOrd="1" destOrd="0" presId="urn:microsoft.com/office/officeart/2005/8/layout/hierarchy1"/>
    <dgm:cxn modelId="{411B020F-D4A8-4B84-A003-D55D11D35F7E}" type="presParOf" srcId="{527E964A-60AB-44C9-ACF3-43F21AF8742B}" destId="{9428E103-65E7-40D7-809C-BB326A995BCA}" srcOrd="1" destOrd="0" presId="urn:microsoft.com/office/officeart/2005/8/layout/hierarchy1"/>
    <dgm:cxn modelId="{47FDF35F-F2E7-4915-A765-D9BE2B7E382F}" type="presParOf" srcId="{DE779C9B-4C90-4778-A0BA-8FAD08EA957E}" destId="{30C072FB-DE12-40B1-B216-06884D1F0E5E}" srcOrd="2" destOrd="0" presId="urn:microsoft.com/office/officeart/2005/8/layout/hierarchy1"/>
    <dgm:cxn modelId="{410B21D5-B4C8-45AF-AE45-CE6FBE889302}" type="presParOf" srcId="{30C072FB-DE12-40B1-B216-06884D1F0E5E}" destId="{8D687D9E-0927-4D96-AB17-9A2D5444784B}" srcOrd="0" destOrd="0" presId="urn:microsoft.com/office/officeart/2005/8/layout/hierarchy1"/>
    <dgm:cxn modelId="{ECA8E2D2-AB68-4B2E-97C8-A39C21B574B4}" type="presParOf" srcId="{8D687D9E-0927-4D96-AB17-9A2D5444784B}" destId="{1B56590E-5117-4298-8A0F-6F87ADCC184D}" srcOrd="0" destOrd="0" presId="urn:microsoft.com/office/officeart/2005/8/layout/hierarchy1"/>
    <dgm:cxn modelId="{A0EE4351-3BBB-42FF-B87D-B22706460B5A}" type="presParOf" srcId="{8D687D9E-0927-4D96-AB17-9A2D5444784B}" destId="{8AB3B02E-DB60-4D80-AE59-8ABF33640042}" srcOrd="1" destOrd="0" presId="urn:microsoft.com/office/officeart/2005/8/layout/hierarchy1"/>
    <dgm:cxn modelId="{FD70FB6B-3465-4F77-9576-69836B508FD0}" type="presParOf" srcId="{30C072FB-DE12-40B1-B216-06884D1F0E5E}" destId="{F7C6FC71-4259-4012-AA4B-EA0BA1D3F737}" srcOrd="1" destOrd="0" presId="urn:microsoft.com/office/officeart/2005/8/layout/hierarchy1"/>
    <dgm:cxn modelId="{AAED0D93-D807-4D01-AAFE-E79CEFE7B72D}" type="presParOf" srcId="{DE779C9B-4C90-4778-A0BA-8FAD08EA957E}" destId="{F4F44477-EC25-4756-BFCD-436016D9BF12}" srcOrd="3" destOrd="0" presId="urn:microsoft.com/office/officeart/2005/8/layout/hierarchy1"/>
    <dgm:cxn modelId="{0811D33F-07F1-49F0-97C4-B4E057695BEF}" type="presParOf" srcId="{F4F44477-EC25-4756-BFCD-436016D9BF12}" destId="{43750C70-5195-4DF3-B3A0-2EEF89578960}" srcOrd="0" destOrd="0" presId="urn:microsoft.com/office/officeart/2005/8/layout/hierarchy1"/>
    <dgm:cxn modelId="{FE3737F3-AF9D-456F-B072-736B68A052B4}" type="presParOf" srcId="{43750C70-5195-4DF3-B3A0-2EEF89578960}" destId="{3A8DCDDE-2890-49C2-AA83-091680013C94}" srcOrd="0" destOrd="0" presId="urn:microsoft.com/office/officeart/2005/8/layout/hierarchy1"/>
    <dgm:cxn modelId="{55E13C71-C613-4EE0-9172-46AB5C8991CC}" type="presParOf" srcId="{43750C70-5195-4DF3-B3A0-2EEF89578960}" destId="{41DF3442-4182-428D-9568-FDF0DB509EE9}" srcOrd="1" destOrd="0" presId="urn:microsoft.com/office/officeart/2005/8/layout/hierarchy1"/>
    <dgm:cxn modelId="{4D3386B7-CCAC-4D14-B0DB-1598B9C506DB}" type="presParOf" srcId="{F4F44477-EC25-4756-BFCD-436016D9BF12}" destId="{F857A8CB-CCF8-43A8-BCCC-FFA0559D7D86}" srcOrd="1" destOrd="0" presId="urn:microsoft.com/office/officeart/2005/8/layout/hierarchy1"/>
    <dgm:cxn modelId="{6C3CFDE5-0276-423D-8115-B94E083813C8}" type="presParOf" srcId="{DE779C9B-4C90-4778-A0BA-8FAD08EA957E}" destId="{8F2DB418-CEC2-41F3-BE48-F38717E36BBB}" srcOrd="4" destOrd="0" presId="urn:microsoft.com/office/officeart/2005/8/layout/hierarchy1"/>
    <dgm:cxn modelId="{34EA0B8A-4EF4-4038-AA3F-65C75A322750}" type="presParOf" srcId="{8F2DB418-CEC2-41F3-BE48-F38717E36BBB}" destId="{B7D0086E-E8B8-4612-8E65-D4AC2F9D2001}" srcOrd="0" destOrd="0" presId="urn:microsoft.com/office/officeart/2005/8/layout/hierarchy1"/>
    <dgm:cxn modelId="{D2383E3A-A9E4-4D41-8CDB-E873B61071CB}" type="presParOf" srcId="{B7D0086E-E8B8-4612-8E65-D4AC2F9D2001}" destId="{7D4CE798-F6C7-492E-978B-6BDC31CE09AC}" srcOrd="0" destOrd="0" presId="urn:microsoft.com/office/officeart/2005/8/layout/hierarchy1"/>
    <dgm:cxn modelId="{213FC54C-6117-44F1-90B7-DB3EC97C3AF0}" type="presParOf" srcId="{B7D0086E-E8B8-4612-8E65-D4AC2F9D2001}" destId="{19E9A081-7939-4D63-99A2-B18CD28451F0}" srcOrd="1" destOrd="0" presId="urn:microsoft.com/office/officeart/2005/8/layout/hierarchy1"/>
    <dgm:cxn modelId="{35E97340-0937-4260-ADFF-496B3ABA8013}" type="presParOf" srcId="{8F2DB418-CEC2-41F3-BE48-F38717E36BBB}" destId="{2F001A06-F283-40E1-8C58-470BB129ECE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590BE13-7C9F-400B-B007-46097FFAD1D5}" type="doc">
      <dgm:prSet loTypeId="urn:microsoft.com/office/officeart/2005/8/layout/vProcess5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CB5DDC3-DA84-4C29-AEE7-71998526F6B6}">
      <dgm:prSet/>
      <dgm:spPr/>
      <dgm:t>
        <a:bodyPr/>
        <a:lstStyle/>
        <a:p>
          <a:r>
            <a:rPr lang="en-US"/>
            <a:t>Slow response times</a:t>
          </a:r>
        </a:p>
      </dgm:t>
    </dgm:pt>
    <dgm:pt modelId="{787429C8-EE1F-4DAA-B23D-B86E0B2FD79B}" type="parTrans" cxnId="{F48E7280-DB46-4DE0-90FC-9925F4BCFFA8}">
      <dgm:prSet/>
      <dgm:spPr/>
      <dgm:t>
        <a:bodyPr/>
        <a:lstStyle/>
        <a:p>
          <a:endParaRPr lang="en-US"/>
        </a:p>
      </dgm:t>
    </dgm:pt>
    <dgm:pt modelId="{FAC0ED2B-AA5D-4D02-8478-32E03CE31547}" type="sibTrans" cxnId="{F48E7280-DB46-4DE0-90FC-9925F4BCFFA8}">
      <dgm:prSet/>
      <dgm:spPr/>
      <dgm:t>
        <a:bodyPr/>
        <a:lstStyle/>
        <a:p>
          <a:endParaRPr lang="en-US"/>
        </a:p>
      </dgm:t>
    </dgm:pt>
    <dgm:pt modelId="{9A5B9570-D50B-4075-BDA7-605B7D8CA98C}">
      <dgm:prSet/>
      <dgm:spPr/>
      <dgm:t>
        <a:bodyPr/>
        <a:lstStyle/>
        <a:p>
          <a:r>
            <a:rPr lang="en-US"/>
            <a:t>Repetitive inquiries</a:t>
          </a:r>
        </a:p>
      </dgm:t>
    </dgm:pt>
    <dgm:pt modelId="{54813A67-C619-4D29-9DC7-14C76C38ED98}" type="parTrans" cxnId="{6C163901-9B4B-4DE9-8D3C-F683039D0110}">
      <dgm:prSet/>
      <dgm:spPr/>
      <dgm:t>
        <a:bodyPr/>
        <a:lstStyle/>
        <a:p>
          <a:endParaRPr lang="en-US"/>
        </a:p>
      </dgm:t>
    </dgm:pt>
    <dgm:pt modelId="{09E64D7C-22E6-47A7-9C50-180AE69EFE1F}" type="sibTrans" cxnId="{6C163901-9B4B-4DE9-8D3C-F683039D0110}">
      <dgm:prSet/>
      <dgm:spPr/>
      <dgm:t>
        <a:bodyPr/>
        <a:lstStyle/>
        <a:p>
          <a:endParaRPr lang="en-US"/>
        </a:p>
      </dgm:t>
    </dgm:pt>
    <dgm:pt modelId="{62B54850-60A6-4CBC-A0F9-730EF667A2B3}">
      <dgm:prSet/>
      <dgm:spPr/>
      <dgm:t>
        <a:bodyPr/>
        <a:lstStyle/>
        <a:p>
          <a:r>
            <a:rPr lang="en-US"/>
            <a:t>No prioritization</a:t>
          </a:r>
        </a:p>
      </dgm:t>
    </dgm:pt>
    <dgm:pt modelId="{C1C5901D-94A7-476B-B3D5-41626674E6C8}" type="parTrans" cxnId="{3592A60E-E7CD-4B99-A816-644813D0F571}">
      <dgm:prSet/>
      <dgm:spPr/>
      <dgm:t>
        <a:bodyPr/>
        <a:lstStyle/>
        <a:p>
          <a:endParaRPr lang="en-US"/>
        </a:p>
      </dgm:t>
    </dgm:pt>
    <dgm:pt modelId="{4F45CFCE-B884-4C4F-8D2F-132EAB01636B}" type="sibTrans" cxnId="{3592A60E-E7CD-4B99-A816-644813D0F571}">
      <dgm:prSet/>
      <dgm:spPr/>
      <dgm:t>
        <a:bodyPr/>
        <a:lstStyle/>
        <a:p>
          <a:endParaRPr lang="en-US"/>
        </a:p>
      </dgm:t>
    </dgm:pt>
    <dgm:pt modelId="{7F3E8683-7429-46EB-81C4-E65139512D94}">
      <dgm:prSet/>
      <dgm:spPr/>
      <dgm:t>
        <a:bodyPr/>
        <a:lstStyle/>
        <a:p>
          <a:r>
            <a:rPr lang="en-US"/>
            <a:t>Agent overload</a:t>
          </a:r>
        </a:p>
      </dgm:t>
    </dgm:pt>
    <dgm:pt modelId="{7FAB46C8-5AD7-47F0-91AB-6E7C85E56485}" type="parTrans" cxnId="{B686ACFB-5F91-4774-BAEA-3F11F5ED238A}">
      <dgm:prSet/>
      <dgm:spPr/>
      <dgm:t>
        <a:bodyPr/>
        <a:lstStyle/>
        <a:p>
          <a:endParaRPr lang="en-US"/>
        </a:p>
      </dgm:t>
    </dgm:pt>
    <dgm:pt modelId="{33A3E33D-9679-4310-903F-AD8266D8993E}" type="sibTrans" cxnId="{B686ACFB-5F91-4774-BAEA-3F11F5ED238A}">
      <dgm:prSet/>
      <dgm:spPr/>
      <dgm:t>
        <a:bodyPr/>
        <a:lstStyle/>
        <a:p>
          <a:endParaRPr lang="en-US"/>
        </a:p>
      </dgm:t>
    </dgm:pt>
    <dgm:pt modelId="{D9924A91-3B86-439D-8E36-A11DAF6F36D5}">
      <dgm:prSet/>
      <dgm:spPr/>
      <dgm:t>
        <a:bodyPr/>
        <a:lstStyle/>
        <a:p>
          <a:r>
            <a:rPr lang="en-US"/>
            <a:t>Inconsistent responses</a:t>
          </a:r>
        </a:p>
      </dgm:t>
    </dgm:pt>
    <dgm:pt modelId="{8BFD0195-27CB-4E6F-BB3C-8D03E214117F}" type="parTrans" cxnId="{7ED1D4ED-A87F-46BE-8E96-DE8C575CCDF6}">
      <dgm:prSet/>
      <dgm:spPr/>
      <dgm:t>
        <a:bodyPr/>
        <a:lstStyle/>
        <a:p>
          <a:endParaRPr lang="en-US"/>
        </a:p>
      </dgm:t>
    </dgm:pt>
    <dgm:pt modelId="{BFF5FD21-9A86-4D47-B761-DC5A44D0318D}" type="sibTrans" cxnId="{7ED1D4ED-A87F-46BE-8E96-DE8C575CCDF6}">
      <dgm:prSet/>
      <dgm:spPr/>
      <dgm:t>
        <a:bodyPr/>
        <a:lstStyle/>
        <a:p>
          <a:endParaRPr lang="en-US"/>
        </a:p>
      </dgm:t>
    </dgm:pt>
    <dgm:pt modelId="{64ADDE1F-25C7-46CC-9D37-3740969255FD}" type="pres">
      <dgm:prSet presAssocID="{9590BE13-7C9F-400B-B007-46097FFAD1D5}" presName="outerComposite" presStyleCnt="0">
        <dgm:presLayoutVars>
          <dgm:chMax val="5"/>
          <dgm:dir/>
          <dgm:resizeHandles val="exact"/>
        </dgm:presLayoutVars>
      </dgm:prSet>
      <dgm:spPr/>
    </dgm:pt>
    <dgm:pt modelId="{C98D9F93-9187-464B-914C-9F0D59FAB73F}" type="pres">
      <dgm:prSet presAssocID="{9590BE13-7C9F-400B-B007-46097FFAD1D5}" presName="dummyMaxCanvas" presStyleCnt="0">
        <dgm:presLayoutVars/>
      </dgm:prSet>
      <dgm:spPr/>
    </dgm:pt>
    <dgm:pt modelId="{92002D42-7D20-4189-9D0B-89D21C66252C}" type="pres">
      <dgm:prSet presAssocID="{9590BE13-7C9F-400B-B007-46097FFAD1D5}" presName="FiveNodes_1" presStyleLbl="node1" presStyleIdx="0" presStyleCnt="5">
        <dgm:presLayoutVars>
          <dgm:bulletEnabled val="1"/>
        </dgm:presLayoutVars>
      </dgm:prSet>
      <dgm:spPr/>
    </dgm:pt>
    <dgm:pt modelId="{8AA4068E-F27B-4B07-B5FB-977FAF8A0C9C}" type="pres">
      <dgm:prSet presAssocID="{9590BE13-7C9F-400B-B007-46097FFAD1D5}" presName="FiveNodes_2" presStyleLbl="node1" presStyleIdx="1" presStyleCnt="5">
        <dgm:presLayoutVars>
          <dgm:bulletEnabled val="1"/>
        </dgm:presLayoutVars>
      </dgm:prSet>
      <dgm:spPr/>
    </dgm:pt>
    <dgm:pt modelId="{E172FA13-20D3-4967-A358-6308BC6EABC3}" type="pres">
      <dgm:prSet presAssocID="{9590BE13-7C9F-400B-B007-46097FFAD1D5}" presName="FiveNodes_3" presStyleLbl="node1" presStyleIdx="2" presStyleCnt="5">
        <dgm:presLayoutVars>
          <dgm:bulletEnabled val="1"/>
        </dgm:presLayoutVars>
      </dgm:prSet>
      <dgm:spPr/>
    </dgm:pt>
    <dgm:pt modelId="{7825D6E4-8EE9-4F68-B74F-9AB5AA09C24A}" type="pres">
      <dgm:prSet presAssocID="{9590BE13-7C9F-400B-B007-46097FFAD1D5}" presName="FiveNodes_4" presStyleLbl="node1" presStyleIdx="3" presStyleCnt="5">
        <dgm:presLayoutVars>
          <dgm:bulletEnabled val="1"/>
        </dgm:presLayoutVars>
      </dgm:prSet>
      <dgm:spPr/>
    </dgm:pt>
    <dgm:pt modelId="{287DF536-9009-4B0B-B232-6CFCBF1E7CD7}" type="pres">
      <dgm:prSet presAssocID="{9590BE13-7C9F-400B-B007-46097FFAD1D5}" presName="FiveNodes_5" presStyleLbl="node1" presStyleIdx="4" presStyleCnt="5">
        <dgm:presLayoutVars>
          <dgm:bulletEnabled val="1"/>
        </dgm:presLayoutVars>
      </dgm:prSet>
      <dgm:spPr/>
    </dgm:pt>
    <dgm:pt modelId="{0815A43A-17D7-4919-BA86-371BAECCB1AB}" type="pres">
      <dgm:prSet presAssocID="{9590BE13-7C9F-400B-B007-46097FFAD1D5}" presName="FiveConn_1-2" presStyleLbl="fgAccFollowNode1" presStyleIdx="0" presStyleCnt="4">
        <dgm:presLayoutVars>
          <dgm:bulletEnabled val="1"/>
        </dgm:presLayoutVars>
      </dgm:prSet>
      <dgm:spPr/>
    </dgm:pt>
    <dgm:pt modelId="{9FC90CF3-D08C-44E8-9BA2-29FA8CC3E305}" type="pres">
      <dgm:prSet presAssocID="{9590BE13-7C9F-400B-B007-46097FFAD1D5}" presName="FiveConn_2-3" presStyleLbl="fgAccFollowNode1" presStyleIdx="1" presStyleCnt="4">
        <dgm:presLayoutVars>
          <dgm:bulletEnabled val="1"/>
        </dgm:presLayoutVars>
      </dgm:prSet>
      <dgm:spPr/>
    </dgm:pt>
    <dgm:pt modelId="{0188EAF3-CCD3-4DD1-ADD3-54CAEFC55985}" type="pres">
      <dgm:prSet presAssocID="{9590BE13-7C9F-400B-B007-46097FFAD1D5}" presName="FiveConn_3-4" presStyleLbl="fgAccFollowNode1" presStyleIdx="2" presStyleCnt="4">
        <dgm:presLayoutVars>
          <dgm:bulletEnabled val="1"/>
        </dgm:presLayoutVars>
      </dgm:prSet>
      <dgm:spPr/>
    </dgm:pt>
    <dgm:pt modelId="{962D4C85-9060-4A4B-A593-68B4820825C8}" type="pres">
      <dgm:prSet presAssocID="{9590BE13-7C9F-400B-B007-46097FFAD1D5}" presName="FiveConn_4-5" presStyleLbl="fgAccFollowNode1" presStyleIdx="3" presStyleCnt="4">
        <dgm:presLayoutVars>
          <dgm:bulletEnabled val="1"/>
        </dgm:presLayoutVars>
      </dgm:prSet>
      <dgm:spPr/>
    </dgm:pt>
    <dgm:pt modelId="{FECEB405-9A7B-46AE-BADD-42750D06BC20}" type="pres">
      <dgm:prSet presAssocID="{9590BE13-7C9F-400B-B007-46097FFAD1D5}" presName="FiveNodes_1_text" presStyleLbl="node1" presStyleIdx="4" presStyleCnt="5">
        <dgm:presLayoutVars>
          <dgm:bulletEnabled val="1"/>
        </dgm:presLayoutVars>
      </dgm:prSet>
      <dgm:spPr/>
    </dgm:pt>
    <dgm:pt modelId="{5D0A9BE9-6F19-4AE5-A7CA-FF2713A6900B}" type="pres">
      <dgm:prSet presAssocID="{9590BE13-7C9F-400B-B007-46097FFAD1D5}" presName="FiveNodes_2_text" presStyleLbl="node1" presStyleIdx="4" presStyleCnt="5">
        <dgm:presLayoutVars>
          <dgm:bulletEnabled val="1"/>
        </dgm:presLayoutVars>
      </dgm:prSet>
      <dgm:spPr/>
    </dgm:pt>
    <dgm:pt modelId="{8934ADBA-CF80-405F-9C32-AAA7213E2D94}" type="pres">
      <dgm:prSet presAssocID="{9590BE13-7C9F-400B-B007-46097FFAD1D5}" presName="FiveNodes_3_text" presStyleLbl="node1" presStyleIdx="4" presStyleCnt="5">
        <dgm:presLayoutVars>
          <dgm:bulletEnabled val="1"/>
        </dgm:presLayoutVars>
      </dgm:prSet>
      <dgm:spPr/>
    </dgm:pt>
    <dgm:pt modelId="{C5906452-7C25-489F-AFB1-AC6BED77EA19}" type="pres">
      <dgm:prSet presAssocID="{9590BE13-7C9F-400B-B007-46097FFAD1D5}" presName="FiveNodes_4_text" presStyleLbl="node1" presStyleIdx="4" presStyleCnt="5">
        <dgm:presLayoutVars>
          <dgm:bulletEnabled val="1"/>
        </dgm:presLayoutVars>
      </dgm:prSet>
      <dgm:spPr/>
    </dgm:pt>
    <dgm:pt modelId="{3BB76543-3215-454C-993F-D2B9E1A0872B}" type="pres">
      <dgm:prSet presAssocID="{9590BE13-7C9F-400B-B007-46097FFAD1D5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C35F3201-7235-4B90-9766-E9659278C59B}" type="presOf" srcId="{4F45CFCE-B884-4C4F-8D2F-132EAB01636B}" destId="{0188EAF3-CCD3-4DD1-ADD3-54CAEFC55985}" srcOrd="0" destOrd="0" presId="urn:microsoft.com/office/officeart/2005/8/layout/vProcess5"/>
    <dgm:cxn modelId="{6C163901-9B4B-4DE9-8D3C-F683039D0110}" srcId="{9590BE13-7C9F-400B-B007-46097FFAD1D5}" destId="{9A5B9570-D50B-4075-BDA7-605B7D8CA98C}" srcOrd="1" destOrd="0" parTransId="{54813A67-C619-4D29-9DC7-14C76C38ED98}" sibTransId="{09E64D7C-22E6-47A7-9C50-180AE69EFE1F}"/>
    <dgm:cxn modelId="{FF07BA04-95E9-48A3-960F-5C39D894E4FF}" type="presOf" srcId="{9A5B9570-D50B-4075-BDA7-605B7D8CA98C}" destId="{8AA4068E-F27B-4B07-B5FB-977FAF8A0C9C}" srcOrd="0" destOrd="0" presId="urn:microsoft.com/office/officeart/2005/8/layout/vProcess5"/>
    <dgm:cxn modelId="{4BE8F708-EEE0-4986-B83C-F442160D58E4}" type="presOf" srcId="{D9924A91-3B86-439D-8E36-A11DAF6F36D5}" destId="{287DF536-9009-4B0B-B232-6CFCBF1E7CD7}" srcOrd="0" destOrd="0" presId="urn:microsoft.com/office/officeart/2005/8/layout/vProcess5"/>
    <dgm:cxn modelId="{3415430E-D900-4819-9643-AEB543A27C0F}" type="presOf" srcId="{9590BE13-7C9F-400B-B007-46097FFAD1D5}" destId="{64ADDE1F-25C7-46CC-9D37-3740969255FD}" srcOrd="0" destOrd="0" presId="urn:microsoft.com/office/officeart/2005/8/layout/vProcess5"/>
    <dgm:cxn modelId="{3592A60E-E7CD-4B99-A816-644813D0F571}" srcId="{9590BE13-7C9F-400B-B007-46097FFAD1D5}" destId="{62B54850-60A6-4CBC-A0F9-730EF667A2B3}" srcOrd="2" destOrd="0" parTransId="{C1C5901D-94A7-476B-B3D5-41626674E6C8}" sibTransId="{4F45CFCE-B884-4C4F-8D2F-132EAB01636B}"/>
    <dgm:cxn modelId="{935C6E22-6D51-4EF4-AC55-80FA5DBBD11F}" type="presOf" srcId="{3CB5DDC3-DA84-4C29-AEE7-71998526F6B6}" destId="{92002D42-7D20-4189-9D0B-89D21C66252C}" srcOrd="0" destOrd="0" presId="urn:microsoft.com/office/officeart/2005/8/layout/vProcess5"/>
    <dgm:cxn modelId="{5A312036-545B-45D5-8721-BDCB5D0E9B28}" type="presOf" srcId="{09E64D7C-22E6-47A7-9C50-180AE69EFE1F}" destId="{9FC90CF3-D08C-44E8-9BA2-29FA8CC3E305}" srcOrd="0" destOrd="0" presId="urn:microsoft.com/office/officeart/2005/8/layout/vProcess5"/>
    <dgm:cxn modelId="{A0426F62-B7B5-4F47-B778-ABC0EF3539C6}" type="presOf" srcId="{62B54850-60A6-4CBC-A0F9-730EF667A2B3}" destId="{8934ADBA-CF80-405F-9C32-AAA7213E2D94}" srcOrd="1" destOrd="0" presId="urn:microsoft.com/office/officeart/2005/8/layout/vProcess5"/>
    <dgm:cxn modelId="{A8037064-101C-454E-828A-F2EA1DB5B2F8}" type="presOf" srcId="{7F3E8683-7429-46EB-81C4-E65139512D94}" destId="{C5906452-7C25-489F-AFB1-AC6BED77EA19}" srcOrd="1" destOrd="0" presId="urn:microsoft.com/office/officeart/2005/8/layout/vProcess5"/>
    <dgm:cxn modelId="{80D00372-6975-4054-A2C9-660617F03CA9}" type="presOf" srcId="{9A5B9570-D50B-4075-BDA7-605B7D8CA98C}" destId="{5D0A9BE9-6F19-4AE5-A7CA-FF2713A6900B}" srcOrd="1" destOrd="0" presId="urn:microsoft.com/office/officeart/2005/8/layout/vProcess5"/>
    <dgm:cxn modelId="{F48E7280-DB46-4DE0-90FC-9925F4BCFFA8}" srcId="{9590BE13-7C9F-400B-B007-46097FFAD1D5}" destId="{3CB5DDC3-DA84-4C29-AEE7-71998526F6B6}" srcOrd="0" destOrd="0" parTransId="{787429C8-EE1F-4DAA-B23D-B86E0B2FD79B}" sibTransId="{FAC0ED2B-AA5D-4D02-8478-32E03CE31547}"/>
    <dgm:cxn modelId="{B36BFD87-6B79-40F8-9A2D-0AF465FDC774}" type="presOf" srcId="{D9924A91-3B86-439D-8E36-A11DAF6F36D5}" destId="{3BB76543-3215-454C-993F-D2B9E1A0872B}" srcOrd="1" destOrd="0" presId="urn:microsoft.com/office/officeart/2005/8/layout/vProcess5"/>
    <dgm:cxn modelId="{B05E4EB8-C093-4D48-A590-8798A8CE42AE}" type="presOf" srcId="{62B54850-60A6-4CBC-A0F9-730EF667A2B3}" destId="{E172FA13-20D3-4967-A358-6308BC6EABC3}" srcOrd="0" destOrd="0" presId="urn:microsoft.com/office/officeart/2005/8/layout/vProcess5"/>
    <dgm:cxn modelId="{70EDD0BD-19CE-48D2-B274-14B5987DD9A9}" type="presOf" srcId="{33A3E33D-9679-4310-903F-AD8266D8993E}" destId="{962D4C85-9060-4A4B-A593-68B4820825C8}" srcOrd="0" destOrd="0" presId="urn:microsoft.com/office/officeart/2005/8/layout/vProcess5"/>
    <dgm:cxn modelId="{856B49C3-3463-494B-B796-63D078F8A56E}" type="presOf" srcId="{7F3E8683-7429-46EB-81C4-E65139512D94}" destId="{7825D6E4-8EE9-4F68-B74F-9AB5AA09C24A}" srcOrd="0" destOrd="0" presId="urn:microsoft.com/office/officeart/2005/8/layout/vProcess5"/>
    <dgm:cxn modelId="{02F9FADD-3B34-41DD-9C59-C35C0FCC9D26}" type="presOf" srcId="{FAC0ED2B-AA5D-4D02-8478-32E03CE31547}" destId="{0815A43A-17D7-4919-BA86-371BAECCB1AB}" srcOrd="0" destOrd="0" presId="urn:microsoft.com/office/officeart/2005/8/layout/vProcess5"/>
    <dgm:cxn modelId="{C3CA94DF-01AA-4DD9-85EF-1FF952AD38D8}" type="presOf" srcId="{3CB5DDC3-DA84-4C29-AEE7-71998526F6B6}" destId="{FECEB405-9A7B-46AE-BADD-42750D06BC20}" srcOrd="1" destOrd="0" presId="urn:microsoft.com/office/officeart/2005/8/layout/vProcess5"/>
    <dgm:cxn modelId="{7ED1D4ED-A87F-46BE-8E96-DE8C575CCDF6}" srcId="{9590BE13-7C9F-400B-B007-46097FFAD1D5}" destId="{D9924A91-3B86-439D-8E36-A11DAF6F36D5}" srcOrd="4" destOrd="0" parTransId="{8BFD0195-27CB-4E6F-BB3C-8D03E214117F}" sibTransId="{BFF5FD21-9A86-4D47-B761-DC5A44D0318D}"/>
    <dgm:cxn modelId="{B686ACFB-5F91-4774-BAEA-3F11F5ED238A}" srcId="{9590BE13-7C9F-400B-B007-46097FFAD1D5}" destId="{7F3E8683-7429-46EB-81C4-E65139512D94}" srcOrd="3" destOrd="0" parTransId="{7FAB46C8-5AD7-47F0-91AB-6E7C85E56485}" sibTransId="{33A3E33D-9679-4310-903F-AD8266D8993E}"/>
    <dgm:cxn modelId="{4DDD9AC1-25CE-44CA-B34C-B62F81B753E9}" type="presParOf" srcId="{64ADDE1F-25C7-46CC-9D37-3740969255FD}" destId="{C98D9F93-9187-464B-914C-9F0D59FAB73F}" srcOrd="0" destOrd="0" presId="urn:microsoft.com/office/officeart/2005/8/layout/vProcess5"/>
    <dgm:cxn modelId="{D19C2DC8-0E86-4D11-817C-4526936B604E}" type="presParOf" srcId="{64ADDE1F-25C7-46CC-9D37-3740969255FD}" destId="{92002D42-7D20-4189-9D0B-89D21C66252C}" srcOrd="1" destOrd="0" presId="urn:microsoft.com/office/officeart/2005/8/layout/vProcess5"/>
    <dgm:cxn modelId="{9B1099DD-2C69-43AB-8C7A-25C85A30AE87}" type="presParOf" srcId="{64ADDE1F-25C7-46CC-9D37-3740969255FD}" destId="{8AA4068E-F27B-4B07-B5FB-977FAF8A0C9C}" srcOrd="2" destOrd="0" presId="urn:microsoft.com/office/officeart/2005/8/layout/vProcess5"/>
    <dgm:cxn modelId="{95D3E3AA-FFAB-4843-8F0D-426BBCE3920B}" type="presParOf" srcId="{64ADDE1F-25C7-46CC-9D37-3740969255FD}" destId="{E172FA13-20D3-4967-A358-6308BC6EABC3}" srcOrd="3" destOrd="0" presId="urn:microsoft.com/office/officeart/2005/8/layout/vProcess5"/>
    <dgm:cxn modelId="{FFB6A024-74D8-4676-8615-0EBF98D38E74}" type="presParOf" srcId="{64ADDE1F-25C7-46CC-9D37-3740969255FD}" destId="{7825D6E4-8EE9-4F68-B74F-9AB5AA09C24A}" srcOrd="4" destOrd="0" presId="urn:microsoft.com/office/officeart/2005/8/layout/vProcess5"/>
    <dgm:cxn modelId="{DD80EA9B-6CCC-4D03-AC4A-C6240FAE4AD1}" type="presParOf" srcId="{64ADDE1F-25C7-46CC-9D37-3740969255FD}" destId="{287DF536-9009-4B0B-B232-6CFCBF1E7CD7}" srcOrd="5" destOrd="0" presId="urn:microsoft.com/office/officeart/2005/8/layout/vProcess5"/>
    <dgm:cxn modelId="{ABFF91E8-4DBB-41D0-8701-CE6141610666}" type="presParOf" srcId="{64ADDE1F-25C7-46CC-9D37-3740969255FD}" destId="{0815A43A-17D7-4919-BA86-371BAECCB1AB}" srcOrd="6" destOrd="0" presId="urn:microsoft.com/office/officeart/2005/8/layout/vProcess5"/>
    <dgm:cxn modelId="{DCCC972A-4036-4E0F-86AC-A2B626386CDF}" type="presParOf" srcId="{64ADDE1F-25C7-46CC-9D37-3740969255FD}" destId="{9FC90CF3-D08C-44E8-9BA2-29FA8CC3E305}" srcOrd="7" destOrd="0" presId="urn:microsoft.com/office/officeart/2005/8/layout/vProcess5"/>
    <dgm:cxn modelId="{7D017DA1-B1D5-474B-A683-94A9DAE12434}" type="presParOf" srcId="{64ADDE1F-25C7-46CC-9D37-3740969255FD}" destId="{0188EAF3-CCD3-4DD1-ADD3-54CAEFC55985}" srcOrd="8" destOrd="0" presId="urn:microsoft.com/office/officeart/2005/8/layout/vProcess5"/>
    <dgm:cxn modelId="{690BE9D8-3AB2-4648-B89C-2044D50C762C}" type="presParOf" srcId="{64ADDE1F-25C7-46CC-9D37-3740969255FD}" destId="{962D4C85-9060-4A4B-A593-68B4820825C8}" srcOrd="9" destOrd="0" presId="urn:microsoft.com/office/officeart/2005/8/layout/vProcess5"/>
    <dgm:cxn modelId="{19E87541-CE98-47C9-8278-C5723D6A6E7A}" type="presParOf" srcId="{64ADDE1F-25C7-46CC-9D37-3740969255FD}" destId="{FECEB405-9A7B-46AE-BADD-42750D06BC20}" srcOrd="10" destOrd="0" presId="urn:microsoft.com/office/officeart/2005/8/layout/vProcess5"/>
    <dgm:cxn modelId="{82A6B8D0-20C6-40A6-A304-1E28D18048E9}" type="presParOf" srcId="{64ADDE1F-25C7-46CC-9D37-3740969255FD}" destId="{5D0A9BE9-6F19-4AE5-A7CA-FF2713A6900B}" srcOrd="11" destOrd="0" presId="urn:microsoft.com/office/officeart/2005/8/layout/vProcess5"/>
    <dgm:cxn modelId="{4736C9B8-B9FB-4C5B-ACD8-9D9DBAFA5C23}" type="presParOf" srcId="{64ADDE1F-25C7-46CC-9D37-3740969255FD}" destId="{8934ADBA-CF80-405F-9C32-AAA7213E2D94}" srcOrd="12" destOrd="0" presId="urn:microsoft.com/office/officeart/2005/8/layout/vProcess5"/>
    <dgm:cxn modelId="{D30BE423-7081-44B1-9A02-578618F68CC2}" type="presParOf" srcId="{64ADDE1F-25C7-46CC-9D37-3740969255FD}" destId="{C5906452-7C25-489F-AFB1-AC6BED77EA19}" srcOrd="13" destOrd="0" presId="urn:microsoft.com/office/officeart/2005/8/layout/vProcess5"/>
    <dgm:cxn modelId="{3A2115F8-10E7-499B-A9F7-4CB4F462AA16}" type="presParOf" srcId="{64ADDE1F-25C7-46CC-9D37-3740969255FD}" destId="{3BB76543-3215-454C-993F-D2B9E1A0872B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27C5028-C96F-464F-A987-F20A30ECE9E0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237334B-DF67-4C00-ACCC-6391C4A7DD9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Instant FAQ responses</a:t>
          </a:r>
        </a:p>
      </dgm:t>
    </dgm:pt>
    <dgm:pt modelId="{1DBA6BAA-5E0D-4629-8D75-2ACDD47F069E}" type="parTrans" cxnId="{3A923155-A75D-47A2-9E14-4FAE4CEF1A30}">
      <dgm:prSet/>
      <dgm:spPr/>
      <dgm:t>
        <a:bodyPr/>
        <a:lstStyle/>
        <a:p>
          <a:endParaRPr lang="en-US"/>
        </a:p>
      </dgm:t>
    </dgm:pt>
    <dgm:pt modelId="{797969B7-C55F-4F2D-9696-CFF569420C4F}" type="sibTrans" cxnId="{3A923155-A75D-47A2-9E14-4FAE4CEF1A30}">
      <dgm:prSet/>
      <dgm:spPr/>
      <dgm:t>
        <a:bodyPr/>
        <a:lstStyle/>
        <a:p>
          <a:endParaRPr lang="en-US"/>
        </a:p>
      </dgm:t>
    </dgm:pt>
    <dgm:pt modelId="{2D47AB8B-4850-49EC-82AF-78FCB7ACCB8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Faster routing</a:t>
          </a:r>
        </a:p>
      </dgm:t>
    </dgm:pt>
    <dgm:pt modelId="{C4E0D3D4-C8FE-4B33-93C1-25AA5A3FFD06}" type="parTrans" cxnId="{98E7AC14-CA57-49BC-9268-7BE72425B993}">
      <dgm:prSet/>
      <dgm:spPr/>
      <dgm:t>
        <a:bodyPr/>
        <a:lstStyle/>
        <a:p>
          <a:endParaRPr lang="en-US"/>
        </a:p>
      </dgm:t>
    </dgm:pt>
    <dgm:pt modelId="{28FE9659-20A3-43DA-8643-73BCC7D9D804}" type="sibTrans" cxnId="{98E7AC14-CA57-49BC-9268-7BE72425B993}">
      <dgm:prSet/>
      <dgm:spPr/>
      <dgm:t>
        <a:bodyPr/>
        <a:lstStyle/>
        <a:p>
          <a:endParaRPr lang="en-US"/>
        </a:p>
      </dgm:t>
    </dgm:pt>
    <dgm:pt modelId="{4B25649B-5CC9-4C1E-913B-47D5CDA56A9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Reduced workload</a:t>
          </a:r>
        </a:p>
      </dgm:t>
    </dgm:pt>
    <dgm:pt modelId="{F7497BE9-4AC7-4DF0-AAC3-A9BC0E34DE61}" type="parTrans" cxnId="{555AE364-7206-410C-8DD2-4ED44E8C9F83}">
      <dgm:prSet/>
      <dgm:spPr/>
      <dgm:t>
        <a:bodyPr/>
        <a:lstStyle/>
        <a:p>
          <a:endParaRPr lang="en-US"/>
        </a:p>
      </dgm:t>
    </dgm:pt>
    <dgm:pt modelId="{D1088BE3-DA24-4057-86EE-8C61FA7306D3}" type="sibTrans" cxnId="{555AE364-7206-410C-8DD2-4ED44E8C9F83}">
      <dgm:prSet/>
      <dgm:spPr/>
      <dgm:t>
        <a:bodyPr/>
        <a:lstStyle/>
        <a:p>
          <a:endParaRPr lang="en-US"/>
        </a:p>
      </dgm:t>
    </dgm:pt>
    <dgm:pt modelId="{C3DD7E6F-9804-4C2C-9929-329B912F3CF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Consistent responses</a:t>
          </a:r>
        </a:p>
      </dgm:t>
    </dgm:pt>
    <dgm:pt modelId="{FBA04D60-7DC1-4C11-810B-897C66997101}" type="parTrans" cxnId="{861C9DA0-F3A0-469B-9FD5-4A47B72A6B93}">
      <dgm:prSet/>
      <dgm:spPr/>
      <dgm:t>
        <a:bodyPr/>
        <a:lstStyle/>
        <a:p>
          <a:endParaRPr lang="en-US"/>
        </a:p>
      </dgm:t>
    </dgm:pt>
    <dgm:pt modelId="{30959EB9-B82F-4EEB-A031-F0E4946AB26E}" type="sibTrans" cxnId="{861C9DA0-F3A0-469B-9FD5-4A47B72A6B93}">
      <dgm:prSet/>
      <dgm:spPr/>
      <dgm:t>
        <a:bodyPr/>
        <a:lstStyle/>
        <a:p>
          <a:endParaRPr lang="en-US"/>
        </a:p>
      </dgm:t>
    </dgm:pt>
    <dgm:pt modelId="{32BE1DEE-1ECE-46A3-B60D-6AD4054D9D6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Better insights</a:t>
          </a:r>
        </a:p>
      </dgm:t>
    </dgm:pt>
    <dgm:pt modelId="{82BEA20D-599C-4590-AC32-B65009E99693}" type="parTrans" cxnId="{40D94B51-B393-402B-8821-25254031FCFB}">
      <dgm:prSet/>
      <dgm:spPr/>
      <dgm:t>
        <a:bodyPr/>
        <a:lstStyle/>
        <a:p>
          <a:endParaRPr lang="en-US"/>
        </a:p>
      </dgm:t>
    </dgm:pt>
    <dgm:pt modelId="{763A5794-6252-4142-9783-B84054036706}" type="sibTrans" cxnId="{40D94B51-B393-402B-8821-25254031FCFB}">
      <dgm:prSet/>
      <dgm:spPr/>
      <dgm:t>
        <a:bodyPr/>
        <a:lstStyle/>
        <a:p>
          <a:endParaRPr lang="en-US"/>
        </a:p>
      </dgm:t>
    </dgm:pt>
    <dgm:pt modelId="{3EA6EC68-16FF-4770-B1E6-5AAE88C83B9A}" type="pres">
      <dgm:prSet presAssocID="{027C5028-C96F-464F-A987-F20A30ECE9E0}" presName="root" presStyleCnt="0">
        <dgm:presLayoutVars>
          <dgm:dir/>
          <dgm:resizeHandles val="exact"/>
        </dgm:presLayoutVars>
      </dgm:prSet>
      <dgm:spPr/>
    </dgm:pt>
    <dgm:pt modelId="{E45E3107-622D-4CB1-8E42-3F083FB8FB17}" type="pres">
      <dgm:prSet presAssocID="{F237334B-DF67-4C00-ACCC-6391C4A7DD90}" presName="compNode" presStyleCnt="0"/>
      <dgm:spPr/>
    </dgm:pt>
    <dgm:pt modelId="{D8E8A898-FD6A-4FDA-812F-D20174A0ED92}" type="pres">
      <dgm:prSet presAssocID="{F237334B-DF67-4C00-ACCC-6391C4A7DD90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1BB110C4-88FA-4BD0-A3D8-BDD886D2EA55}" type="pres">
      <dgm:prSet presAssocID="{F237334B-DF67-4C00-ACCC-6391C4A7DD9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30E1EE7C-B537-4FA9-B5FC-6BD5962A8BFC}" type="pres">
      <dgm:prSet presAssocID="{F237334B-DF67-4C00-ACCC-6391C4A7DD90}" presName="spaceRect" presStyleCnt="0"/>
      <dgm:spPr/>
    </dgm:pt>
    <dgm:pt modelId="{C0CA087C-7D70-46AD-9CAD-C524BA3460A3}" type="pres">
      <dgm:prSet presAssocID="{F237334B-DF67-4C00-ACCC-6391C4A7DD90}" presName="textRect" presStyleLbl="revTx" presStyleIdx="0" presStyleCnt="5">
        <dgm:presLayoutVars>
          <dgm:chMax val="1"/>
          <dgm:chPref val="1"/>
        </dgm:presLayoutVars>
      </dgm:prSet>
      <dgm:spPr/>
    </dgm:pt>
    <dgm:pt modelId="{9FD304A5-7668-446B-B565-672F22CA12BA}" type="pres">
      <dgm:prSet presAssocID="{797969B7-C55F-4F2D-9696-CFF569420C4F}" presName="sibTrans" presStyleCnt="0"/>
      <dgm:spPr/>
    </dgm:pt>
    <dgm:pt modelId="{83B63504-8810-4914-870E-D4618F990772}" type="pres">
      <dgm:prSet presAssocID="{2D47AB8B-4850-49EC-82AF-78FCB7ACCB80}" presName="compNode" presStyleCnt="0"/>
      <dgm:spPr/>
    </dgm:pt>
    <dgm:pt modelId="{7D695EA6-77B7-421E-B1A3-A6B3A065F702}" type="pres">
      <dgm:prSet presAssocID="{2D47AB8B-4850-49EC-82AF-78FCB7ACCB80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3BCC592E-A58A-4845-BD64-BCA420638D6B}" type="pres">
      <dgm:prSet presAssocID="{2D47AB8B-4850-49EC-82AF-78FCB7ACCB80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80E05330-B82E-4E14-8116-7FC03D787EFD}" type="pres">
      <dgm:prSet presAssocID="{2D47AB8B-4850-49EC-82AF-78FCB7ACCB80}" presName="spaceRect" presStyleCnt="0"/>
      <dgm:spPr/>
    </dgm:pt>
    <dgm:pt modelId="{252FB11B-CBF0-4957-AEE8-8EABFA3D8934}" type="pres">
      <dgm:prSet presAssocID="{2D47AB8B-4850-49EC-82AF-78FCB7ACCB80}" presName="textRect" presStyleLbl="revTx" presStyleIdx="1" presStyleCnt="5">
        <dgm:presLayoutVars>
          <dgm:chMax val="1"/>
          <dgm:chPref val="1"/>
        </dgm:presLayoutVars>
      </dgm:prSet>
      <dgm:spPr/>
    </dgm:pt>
    <dgm:pt modelId="{EB74024B-ECD4-4451-B331-4B017F3CF46E}" type="pres">
      <dgm:prSet presAssocID="{28FE9659-20A3-43DA-8643-73BCC7D9D804}" presName="sibTrans" presStyleCnt="0"/>
      <dgm:spPr/>
    </dgm:pt>
    <dgm:pt modelId="{0A94C572-1B72-412F-93E2-3114B7629E9D}" type="pres">
      <dgm:prSet presAssocID="{4B25649B-5CC9-4C1E-913B-47D5CDA56A96}" presName="compNode" presStyleCnt="0"/>
      <dgm:spPr/>
    </dgm:pt>
    <dgm:pt modelId="{69028FC5-7E8C-4FDE-83C2-E75680ED29C8}" type="pres">
      <dgm:prSet presAssocID="{4B25649B-5CC9-4C1E-913B-47D5CDA56A96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256B5D8C-2C55-4E7F-9ACF-5189CC511EA8}" type="pres">
      <dgm:prSet presAssocID="{4B25649B-5CC9-4C1E-913B-47D5CDA56A9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31A51AC2-6682-414E-A93F-3FC2D79D0701}" type="pres">
      <dgm:prSet presAssocID="{4B25649B-5CC9-4C1E-913B-47D5CDA56A96}" presName="spaceRect" presStyleCnt="0"/>
      <dgm:spPr/>
    </dgm:pt>
    <dgm:pt modelId="{C080E014-BA64-4E3C-9D93-912AD0F6F154}" type="pres">
      <dgm:prSet presAssocID="{4B25649B-5CC9-4C1E-913B-47D5CDA56A96}" presName="textRect" presStyleLbl="revTx" presStyleIdx="2" presStyleCnt="5">
        <dgm:presLayoutVars>
          <dgm:chMax val="1"/>
          <dgm:chPref val="1"/>
        </dgm:presLayoutVars>
      </dgm:prSet>
      <dgm:spPr/>
    </dgm:pt>
    <dgm:pt modelId="{770DC71D-D91D-4937-8280-8C042B0BC082}" type="pres">
      <dgm:prSet presAssocID="{D1088BE3-DA24-4057-86EE-8C61FA7306D3}" presName="sibTrans" presStyleCnt="0"/>
      <dgm:spPr/>
    </dgm:pt>
    <dgm:pt modelId="{F8D0E31C-8B22-4270-885F-869FE325A4F4}" type="pres">
      <dgm:prSet presAssocID="{C3DD7E6F-9804-4C2C-9929-329B912F3CF8}" presName="compNode" presStyleCnt="0"/>
      <dgm:spPr/>
    </dgm:pt>
    <dgm:pt modelId="{6168AEE0-94D9-4D66-86AA-9C32BE4D3792}" type="pres">
      <dgm:prSet presAssocID="{C3DD7E6F-9804-4C2C-9929-329B912F3CF8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E0DA0804-DA43-47E6-8283-E3FCB266DB25}" type="pres">
      <dgm:prSet presAssocID="{C3DD7E6F-9804-4C2C-9929-329B912F3CF8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7FB6FBB-FEF4-4CB9-ACF4-D009347ED150}" type="pres">
      <dgm:prSet presAssocID="{C3DD7E6F-9804-4C2C-9929-329B912F3CF8}" presName="spaceRect" presStyleCnt="0"/>
      <dgm:spPr/>
    </dgm:pt>
    <dgm:pt modelId="{5D978570-25BC-4973-AFE1-6DC3C0EE26D5}" type="pres">
      <dgm:prSet presAssocID="{C3DD7E6F-9804-4C2C-9929-329B912F3CF8}" presName="textRect" presStyleLbl="revTx" presStyleIdx="3" presStyleCnt="5">
        <dgm:presLayoutVars>
          <dgm:chMax val="1"/>
          <dgm:chPref val="1"/>
        </dgm:presLayoutVars>
      </dgm:prSet>
      <dgm:spPr/>
    </dgm:pt>
    <dgm:pt modelId="{892C2916-BC6E-4499-AD02-AD3EF7465509}" type="pres">
      <dgm:prSet presAssocID="{30959EB9-B82F-4EEB-A031-F0E4946AB26E}" presName="sibTrans" presStyleCnt="0"/>
      <dgm:spPr/>
    </dgm:pt>
    <dgm:pt modelId="{291ECAB7-2A1C-405D-9B1E-414EB1BDDF14}" type="pres">
      <dgm:prSet presAssocID="{32BE1DEE-1ECE-46A3-B60D-6AD4054D9D66}" presName="compNode" presStyleCnt="0"/>
      <dgm:spPr/>
    </dgm:pt>
    <dgm:pt modelId="{ECFD7EE1-3616-4188-BDFC-82F1D15FE7A5}" type="pres">
      <dgm:prSet presAssocID="{32BE1DEE-1ECE-46A3-B60D-6AD4054D9D66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22C0D125-9AF2-46C2-8276-2155E4F9CE38}" type="pres">
      <dgm:prSet presAssocID="{32BE1DEE-1ECE-46A3-B60D-6AD4054D9D6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D51168A6-B07C-4209-AB0E-99F7B3A8C94D}" type="pres">
      <dgm:prSet presAssocID="{32BE1DEE-1ECE-46A3-B60D-6AD4054D9D66}" presName="spaceRect" presStyleCnt="0"/>
      <dgm:spPr/>
    </dgm:pt>
    <dgm:pt modelId="{CC21F035-99B9-4889-9085-B25B7B5BC550}" type="pres">
      <dgm:prSet presAssocID="{32BE1DEE-1ECE-46A3-B60D-6AD4054D9D66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98E7AC14-CA57-49BC-9268-7BE72425B993}" srcId="{027C5028-C96F-464F-A987-F20A30ECE9E0}" destId="{2D47AB8B-4850-49EC-82AF-78FCB7ACCB80}" srcOrd="1" destOrd="0" parTransId="{C4E0D3D4-C8FE-4B33-93C1-25AA5A3FFD06}" sibTransId="{28FE9659-20A3-43DA-8643-73BCC7D9D804}"/>
    <dgm:cxn modelId="{555AE364-7206-410C-8DD2-4ED44E8C9F83}" srcId="{027C5028-C96F-464F-A987-F20A30ECE9E0}" destId="{4B25649B-5CC9-4C1E-913B-47D5CDA56A96}" srcOrd="2" destOrd="0" parTransId="{F7497BE9-4AC7-4DF0-AAC3-A9BC0E34DE61}" sibTransId="{D1088BE3-DA24-4057-86EE-8C61FA7306D3}"/>
    <dgm:cxn modelId="{10B85470-B0BD-42AD-A0A9-55B59177BECF}" type="presOf" srcId="{2D47AB8B-4850-49EC-82AF-78FCB7ACCB80}" destId="{252FB11B-CBF0-4957-AEE8-8EABFA3D8934}" srcOrd="0" destOrd="0" presId="urn:microsoft.com/office/officeart/2018/5/layout/IconLeafLabelList"/>
    <dgm:cxn modelId="{40D94B51-B393-402B-8821-25254031FCFB}" srcId="{027C5028-C96F-464F-A987-F20A30ECE9E0}" destId="{32BE1DEE-1ECE-46A3-B60D-6AD4054D9D66}" srcOrd="4" destOrd="0" parTransId="{82BEA20D-599C-4590-AC32-B65009E99693}" sibTransId="{763A5794-6252-4142-9783-B84054036706}"/>
    <dgm:cxn modelId="{A6F2E073-0B77-4B39-B962-78166FFF893E}" type="presOf" srcId="{32BE1DEE-1ECE-46A3-B60D-6AD4054D9D66}" destId="{CC21F035-99B9-4889-9085-B25B7B5BC550}" srcOrd="0" destOrd="0" presId="urn:microsoft.com/office/officeart/2018/5/layout/IconLeafLabelList"/>
    <dgm:cxn modelId="{3A923155-A75D-47A2-9E14-4FAE4CEF1A30}" srcId="{027C5028-C96F-464F-A987-F20A30ECE9E0}" destId="{F237334B-DF67-4C00-ACCC-6391C4A7DD90}" srcOrd="0" destOrd="0" parTransId="{1DBA6BAA-5E0D-4629-8D75-2ACDD47F069E}" sibTransId="{797969B7-C55F-4F2D-9696-CFF569420C4F}"/>
    <dgm:cxn modelId="{861C9DA0-F3A0-469B-9FD5-4A47B72A6B93}" srcId="{027C5028-C96F-464F-A987-F20A30ECE9E0}" destId="{C3DD7E6F-9804-4C2C-9929-329B912F3CF8}" srcOrd="3" destOrd="0" parTransId="{FBA04D60-7DC1-4C11-810B-897C66997101}" sibTransId="{30959EB9-B82F-4EEB-A031-F0E4946AB26E}"/>
    <dgm:cxn modelId="{D9FD92A1-EC1E-4C66-9CD4-E75810CD06DE}" type="presOf" srcId="{F237334B-DF67-4C00-ACCC-6391C4A7DD90}" destId="{C0CA087C-7D70-46AD-9CAD-C524BA3460A3}" srcOrd="0" destOrd="0" presId="urn:microsoft.com/office/officeart/2018/5/layout/IconLeafLabelList"/>
    <dgm:cxn modelId="{BEAA39C5-340C-4AAC-A7C1-740A1212E2DC}" type="presOf" srcId="{027C5028-C96F-464F-A987-F20A30ECE9E0}" destId="{3EA6EC68-16FF-4770-B1E6-5AAE88C83B9A}" srcOrd="0" destOrd="0" presId="urn:microsoft.com/office/officeart/2018/5/layout/IconLeafLabelList"/>
    <dgm:cxn modelId="{4A3333DD-A8C6-4A02-80D2-4D17E58B87CD}" type="presOf" srcId="{4B25649B-5CC9-4C1E-913B-47D5CDA56A96}" destId="{C080E014-BA64-4E3C-9D93-912AD0F6F154}" srcOrd="0" destOrd="0" presId="urn:microsoft.com/office/officeart/2018/5/layout/IconLeafLabelList"/>
    <dgm:cxn modelId="{C68E69DF-ADDD-4BF3-B059-3C15E1853B65}" type="presOf" srcId="{C3DD7E6F-9804-4C2C-9929-329B912F3CF8}" destId="{5D978570-25BC-4973-AFE1-6DC3C0EE26D5}" srcOrd="0" destOrd="0" presId="urn:microsoft.com/office/officeart/2018/5/layout/IconLeafLabelList"/>
    <dgm:cxn modelId="{05089E58-9EFB-482C-A03C-D2A4224E98D1}" type="presParOf" srcId="{3EA6EC68-16FF-4770-B1E6-5AAE88C83B9A}" destId="{E45E3107-622D-4CB1-8E42-3F083FB8FB17}" srcOrd="0" destOrd="0" presId="urn:microsoft.com/office/officeart/2018/5/layout/IconLeafLabelList"/>
    <dgm:cxn modelId="{AF6719C7-65FF-4413-9963-4889865D1F23}" type="presParOf" srcId="{E45E3107-622D-4CB1-8E42-3F083FB8FB17}" destId="{D8E8A898-FD6A-4FDA-812F-D20174A0ED92}" srcOrd="0" destOrd="0" presId="urn:microsoft.com/office/officeart/2018/5/layout/IconLeafLabelList"/>
    <dgm:cxn modelId="{16149AD8-D00A-46A6-862A-C1F68E3D05BC}" type="presParOf" srcId="{E45E3107-622D-4CB1-8E42-3F083FB8FB17}" destId="{1BB110C4-88FA-4BD0-A3D8-BDD886D2EA55}" srcOrd="1" destOrd="0" presId="urn:microsoft.com/office/officeart/2018/5/layout/IconLeafLabelList"/>
    <dgm:cxn modelId="{3D795DAC-AA78-4031-AB17-BBA400C21276}" type="presParOf" srcId="{E45E3107-622D-4CB1-8E42-3F083FB8FB17}" destId="{30E1EE7C-B537-4FA9-B5FC-6BD5962A8BFC}" srcOrd="2" destOrd="0" presId="urn:microsoft.com/office/officeart/2018/5/layout/IconLeafLabelList"/>
    <dgm:cxn modelId="{4B255FE1-4B53-42AC-95AF-CBD1BD38D8ED}" type="presParOf" srcId="{E45E3107-622D-4CB1-8E42-3F083FB8FB17}" destId="{C0CA087C-7D70-46AD-9CAD-C524BA3460A3}" srcOrd="3" destOrd="0" presId="urn:microsoft.com/office/officeart/2018/5/layout/IconLeafLabelList"/>
    <dgm:cxn modelId="{CC27893A-84C0-4C6A-ADEA-43BB29B418B5}" type="presParOf" srcId="{3EA6EC68-16FF-4770-B1E6-5AAE88C83B9A}" destId="{9FD304A5-7668-446B-B565-672F22CA12BA}" srcOrd="1" destOrd="0" presId="urn:microsoft.com/office/officeart/2018/5/layout/IconLeafLabelList"/>
    <dgm:cxn modelId="{4065B20B-26D6-4075-9734-036F49050116}" type="presParOf" srcId="{3EA6EC68-16FF-4770-B1E6-5AAE88C83B9A}" destId="{83B63504-8810-4914-870E-D4618F990772}" srcOrd="2" destOrd="0" presId="urn:microsoft.com/office/officeart/2018/5/layout/IconLeafLabelList"/>
    <dgm:cxn modelId="{342E9752-533A-41C3-895D-7D26C6B78DA2}" type="presParOf" srcId="{83B63504-8810-4914-870E-D4618F990772}" destId="{7D695EA6-77B7-421E-B1A3-A6B3A065F702}" srcOrd="0" destOrd="0" presId="urn:microsoft.com/office/officeart/2018/5/layout/IconLeafLabelList"/>
    <dgm:cxn modelId="{9C830ECC-073A-475F-975D-C5725337AC0C}" type="presParOf" srcId="{83B63504-8810-4914-870E-D4618F990772}" destId="{3BCC592E-A58A-4845-BD64-BCA420638D6B}" srcOrd="1" destOrd="0" presId="urn:microsoft.com/office/officeart/2018/5/layout/IconLeafLabelList"/>
    <dgm:cxn modelId="{9452DA4A-6339-4702-9C06-8E45BFEC60DC}" type="presParOf" srcId="{83B63504-8810-4914-870E-D4618F990772}" destId="{80E05330-B82E-4E14-8116-7FC03D787EFD}" srcOrd="2" destOrd="0" presId="urn:microsoft.com/office/officeart/2018/5/layout/IconLeafLabelList"/>
    <dgm:cxn modelId="{38337374-8542-4210-BF4E-2CAB6070BF82}" type="presParOf" srcId="{83B63504-8810-4914-870E-D4618F990772}" destId="{252FB11B-CBF0-4957-AEE8-8EABFA3D8934}" srcOrd="3" destOrd="0" presId="urn:microsoft.com/office/officeart/2018/5/layout/IconLeafLabelList"/>
    <dgm:cxn modelId="{480B2269-B8C4-4F57-A549-E66D01B84FD5}" type="presParOf" srcId="{3EA6EC68-16FF-4770-B1E6-5AAE88C83B9A}" destId="{EB74024B-ECD4-4451-B331-4B017F3CF46E}" srcOrd="3" destOrd="0" presId="urn:microsoft.com/office/officeart/2018/5/layout/IconLeafLabelList"/>
    <dgm:cxn modelId="{25A4198F-3CCA-491C-AEB4-3576F0FDA530}" type="presParOf" srcId="{3EA6EC68-16FF-4770-B1E6-5AAE88C83B9A}" destId="{0A94C572-1B72-412F-93E2-3114B7629E9D}" srcOrd="4" destOrd="0" presId="urn:microsoft.com/office/officeart/2018/5/layout/IconLeafLabelList"/>
    <dgm:cxn modelId="{CA2CEDBF-95C4-4B3E-ADE6-454362256376}" type="presParOf" srcId="{0A94C572-1B72-412F-93E2-3114B7629E9D}" destId="{69028FC5-7E8C-4FDE-83C2-E75680ED29C8}" srcOrd="0" destOrd="0" presId="urn:microsoft.com/office/officeart/2018/5/layout/IconLeafLabelList"/>
    <dgm:cxn modelId="{93440A05-8C17-4BA8-9A94-29C2E700FDD4}" type="presParOf" srcId="{0A94C572-1B72-412F-93E2-3114B7629E9D}" destId="{256B5D8C-2C55-4E7F-9ACF-5189CC511EA8}" srcOrd="1" destOrd="0" presId="urn:microsoft.com/office/officeart/2018/5/layout/IconLeafLabelList"/>
    <dgm:cxn modelId="{42475388-0B91-4393-8D6E-D4CE99142772}" type="presParOf" srcId="{0A94C572-1B72-412F-93E2-3114B7629E9D}" destId="{31A51AC2-6682-414E-A93F-3FC2D79D0701}" srcOrd="2" destOrd="0" presId="urn:microsoft.com/office/officeart/2018/5/layout/IconLeafLabelList"/>
    <dgm:cxn modelId="{0CC6B6BB-35DF-4999-ADF2-A2BEE52EEDFB}" type="presParOf" srcId="{0A94C572-1B72-412F-93E2-3114B7629E9D}" destId="{C080E014-BA64-4E3C-9D93-912AD0F6F154}" srcOrd="3" destOrd="0" presId="urn:microsoft.com/office/officeart/2018/5/layout/IconLeafLabelList"/>
    <dgm:cxn modelId="{484A45EB-1E83-45EC-8570-15F0F419576F}" type="presParOf" srcId="{3EA6EC68-16FF-4770-B1E6-5AAE88C83B9A}" destId="{770DC71D-D91D-4937-8280-8C042B0BC082}" srcOrd="5" destOrd="0" presId="urn:microsoft.com/office/officeart/2018/5/layout/IconLeafLabelList"/>
    <dgm:cxn modelId="{963D1F00-32D8-46C5-A65E-80FB9DB5A15A}" type="presParOf" srcId="{3EA6EC68-16FF-4770-B1E6-5AAE88C83B9A}" destId="{F8D0E31C-8B22-4270-885F-869FE325A4F4}" srcOrd="6" destOrd="0" presId="urn:microsoft.com/office/officeart/2018/5/layout/IconLeafLabelList"/>
    <dgm:cxn modelId="{E6ECB8D9-2DBC-4C8B-8D63-5DE7A2FE2F72}" type="presParOf" srcId="{F8D0E31C-8B22-4270-885F-869FE325A4F4}" destId="{6168AEE0-94D9-4D66-86AA-9C32BE4D3792}" srcOrd="0" destOrd="0" presId="urn:microsoft.com/office/officeart/2018/5/layout/IconLeafLabelList"/>
    <dgm:cxn modelId="{23515E14-9386-46C0-BB79-FEC7076BAC8A}" type="presParOf" srcId="{F8D0E31C-8B22-4270-885F-869FE325A4F4}" destId="{E0DA0804-DA43-47E6-8283-E3FCB266DB25}" srcOrd="1" destOrd="0" presId="urn:microsoft.com/office/officeart/2018/5/layout/IconLeafLabelList"/>
    <dgm:cxn modelId="{BEE6E2D5-A486-4370-B4A5-6A2089DF8EA4}" type="presParOf" srcId="{F8D0E31C-8B22-4270-885F-869FE325A4F4}" destId="{57FB6FBB-FEF4-4CB9-ACF4-D009347ED150}" srcOrd="2" destOrd="0" presId="urn:microsoft.com/office/officeart/2018/5/layout/IconLeafLabelList"/>
    <dgm:cxn modelId="{E581FA8B-FB33-4521-99CE-7305559A48EB}" type="presParOf" srcId="{F8D0E31C-8B22-4270-885F-869FE325A4F4}" destId="{5D978570-25BC-4973-AFE1-6DC3C0EE26D5}" srcOrd="3" destOrd="0" presId="urn:microsoft.com/office/officeart/2018/5/layout/IconLeafLabelList"/>
    <dgm:cxn modelId="{1858384C-2B41-408D-B88D-942D531A36B3}" type="presParOf" srcId="{3EA6EC68-16FF-4770-B1E6-5AAE88C83B9A}" destId="{892C2916-BC6E-4499-AD02-AD3EF7465509}" srcOrd="7" destOrd="0" presId="urn:microsoft.com/office/officeart/2018/5/layout/IconLeafLabelList"/>
    <dgm:cxn modelId="{00B8F105-BC37-45AB-8D1A-B554E3982FF1}" type="presParOf" srcId="{3EA6EC68-16FF-4770-B1E6-5AAE88C83B9A}" destId="{291ECAB7-2A1C-405D-9B1E-414EB1BDDF14}" srcOrd="8" destOrd="0" presId="urn:microsoft.com/office/officeart/2018/5/layout/IconLeafLabelList"/>
    <dgm:cxn modelId="{79D3A824-A5F5-48E8-BA02-C032635A4D41}" type="presParOf" srcId="{291ECAB7-2A1C-405D-9B1E-414EB1BDDF14}" destId="{ECFD7EE1-3616-4188-BDFC-82F1D15FE7A5}" srcOrd="0" destOrd="0" presId="urn:microsoft.com/office/officeart/2018/5/layout/IconLeafLabelList"/>
    <dgm:cxn modelId="{8F442431-1781-41A5-B0AE-DB83ADACE3E5}" type="presParOf" srcId="{291ECAB7-2A1C-405D-9B1E-414EB1BDDF14}" destId="{22C0D125-9AF2-46C2-8276-2155E4F9CE38}" srcOrd="1" destOrd="0" presId="urn:microsoft.com/office/officeart/2018/5/layout/IconLeafLabelList"/>
    <dgm:cxn modelId="{D7B3CFAF-16CE-4935-B747-543E1F37073E}" type="presParOf" srcId="{291ECAB7-2A1C-405D-9B1E-414EB1BDDF14}" destId="{D51168A6-B07C-4209-AB0E-99F7B3A8C94D}" srcOrd="2" destOrd="0" presId="urn:microsoft.com/office/officeart/2018/5/layout/IconLeafLabelList"/>
    <dgm:cxn modelId="{6B2F149F-5CB5-455C-8AFB-788C9276FD86}" type="presParOf" srcId="{291ECAB7-2A1C-405D-9B1E-414EB1BDDF14}" destId="{CC21F035-99B9-4889-9085-B25B7B5BC550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799B08B-8AA3-472B-A003-0B32CFDA1ACD}" type="doc">
      <dgm:prSet loTypeId="urn:microsoft.com/office/officeart/2005/8/layout/cycle5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8EFF9E52-1EBF-4393-B197-A2A7294A7BEB}">
      <dgm:prSet phldrT="[Text]" phldr="0"/>
      <dgm:spPr/>
      <dgm:t>
        <a:bodyPr/>
        <a:lstStyle/>
        <a:p>
          <a:r>
            <a:rPr lang="en-US"/>
            <a:t>Customer Contacts Support</a:t>
          </a:r>
          <a:endParaRPr lang="en-US" dirty="0"/>
        </a:p>
      </dgm:t>
    </dgm:pt>
    <dgm:pt modelId="{1403F746-D6F7-4F86-AF05-3951731883EF}" type="parTrans" cxnId="{92EA4FD3-8C91-4A31-8BB6-8A8D581B8DD6}">
      <dgm:prSet/>
      <dgm:spPr/>
      <dgm:t>
        <a:bodyPr/>
        <a:lstStyle/>
        <a:p>
          <a:endParaRPr lang="en-US"/>
        </a:p>
      </dgm:t>
    </dgm:pt>
    <dgm:pt modelId="{6B7BF055-6C7B-4B1C-A35A-49A284863A6C}" type="sibTrans" cxnId="{92EA4FD3-8C91-4A31-8BB6-8A8D581B8DD6}">
      <dgm:prSet/>
      <dgm:spPr/>
      <dgm:t>
        <a:bodyPr/>
        <a:lstStyle/>
        <a:p>
          <a:endParaRPr lang="en-US"/>
        </a:p>
      </dgm:t>
    </dgm:pt>
    <dgm:pt modelId="{910C0F31-940A-4225-9AFE-DE8D48F09F79}">
      <dgm:prSet phldrT="[Text]" phldr="0"/>
      <dgm:spPr/>
      <dgm:t>
        <a:bodyPr/>
        <a:lstStyle/>
        <a:p>
          <a:r>
            <a:rPr lang="en-US"/>
            <a:t>AI Chatbot Handles FAQ</a:t>
          </a:r>
          <a:endParaRPr lang="en-US" dirty="0"/>
        </a:p>
      </dgm:t>
    </dgm:pt>
    <dgm:pt modelId="{0E74E026-006A-4D1F-A148-800E7C6133F0}" type="parTrans" cxnId="{93867F6D-50A1-4B3D-9715-17C41581E0FA}">
      <dgm:prSet/>
      <dgm:spPr/>
      <dgm:t>
        <a:bodyPr/>
        <a:lstStyle/>
        <a:p>
          <a:endParaRPr lang="en-US"/>
        </a:p>
      </dgm:t>
    </dgm:pt>
    <dgm:pt modelId="{6CB7D9CB-24D3-4088-8709-E3CAE8062814}" type="sibTrans" cxnId="{93867F6D-50A1-4B3D-9715-17C41581E0FA}">
      <dgm:prSet/>
      <dgm:spPr/>
      <dgm:t>
        <a:bodyPr/>
        <a:lstStyle/>
        <a:p>
          <a:endParaRPr lang="en-US"/>
        </a:p>
      </dgm:t>
    </dgm:pt>
    <dgm:pt modelId="{BA8C530B-02C4-4A74-80B3-03C101DE2F60}">
      <dgm:prSet phldrT="[Text]" phldr="0"/>
      <dgm:spPr/>
      <dgm:t>
        <a:bodyPr/>
        <a:lstStyle/>
        <a:p>
          <a:r>
            <a:rPr lang="en-US"/>
            <a:t>Ticket Auto Created If Needed</a:t>
          </a:r>
          <a:endParaRPr lang="en-US" dirty="0"/>
        </a:p>
      </dgm:t>
    </dgm:pt>
    <dgm:pt modelId="{F4DF89BA-AA2F-4805-ADC3-0795D9605592}" type="parTrans" cxnId="{EAE4F819-4703-4CC6-8D95-9D093440DDF5}">
      <dgm:prSet/>
      <dgm:spPr/>
      <dgm:t>
        <a:bodyPr/>
        <a:lstStyle/>
        <a:p>
          <a:endParaRPr lang="en-US"/>
        </a:p>
      </dgm:t>
    </dgm:pt>
    <dgm:pt modelId="{43E76732-DF69-4843-89EC-61CFBA24B2E7}" type="sibTrans" cxnId="{EAE4F819-4703-4CC6-8D95-9D093440DDF5}">
      <dgm:prSet/>
      <dgm:spPr/>
      <dgm:t>
        <a:bodyPr/>
        <a:lstStyle/>
        <a:p>
          <a:endParaRPr lang="en-US"/>
        </a:p>
      </dgm:t>
    </dgm:pt>
    <dgm:pt modelId="{4584C24D-045C-414E-B1EB-C89183D80273}">
      <dgm:prSet phldrT="[Text]" phldr="0"/>
      <dgm:spPr/>
      <dgm:t>
        <a:bodyPr/>
        <a:lstStyle/>
        <a:p>
          <a:r>
            <a:rPr lang="en-US"/>
            <a:t>AI Classifies and Routes</a:t>
          </a:r>
          <a:endParaRPr lang="en-US" dirty="0"/>
        </a:p>
      </dgm:t>
    </dgm:pt>
    <dgm:pt modelId="{302AEA6C-6946-4E26-B839-27D61AB35635}" type="parTrans" cxnId="{DCE2A44A-8CD6-4987-B72A-D317253A0332}">
      <dgm:prSet/>
      <dgm:spPr/>
      <dgm:t>
        <a:bodyPr/>
        <a:lstStyle/>
        <a:p>
          <a:endParaRPr lang="en-US"/>
        </a:p>
      </dgm:t>
    </dgm:pt>
    <dgm:pt modelId="{8552C1FA-F48B-49AC-B7C0-78E1F40854F6}" type="sibTrans" cxnId="{DCE2A44A-8CD6-4987-B72A-D317253A0332}">
      <dgm:prSet/>
      <dgm:spPr/>
      <dgm:t>
        <a:bodyPr/>
        <a:lstStyle/>
        <a:p>
          <a:endParaRPr lang="en-US"/>
        </a:p>
      </dgm:t>
    </dgm:pt>
    <dgm:pt modelId="{001D1E46-F7F3-4049-B9B3-1CF673A99D18}">
      <dgm:prSet phldrT="[Text]" phldr="0"/>
      <dgm:spPr/>
      <dgm:t>
        <a:bodyPr/>
        <a:lstStyle/>
        <a:p>
          <a:r>
            <a:rPr lang="en-US"/>
            <a:t>Agent Resolves Issue</a:t>
          </a:r>
          <a:endParaRPr lang="en-US" dirty="0"/>
        </a:p>
      </dgm:t>
    </dgm:pt>
    <dgm:pt modelId="{700A967B-55DE-4E8B-A112-145CEFB4686F}" type="parTrans" cxnId="{3B606517-1A7B-4FFE-B1BA-F91E72A617F7}">
      <dgm:prSet/>
      <dgm:spPr/>
      <dgm:t>
        <a:bodyPr/>
        <a:lstStyle/>
        <a:p>
          <a:endParaRPr lang="en-US"/>
        </a:p>
      </dgm:t>
    </dgm:pt>
    <dgm:pt modelId="{5A486C20-7AD1-498F-BB29-7B818B0B4758}" type="sibTrans" cxnId="{3B606517-1A7B-4FFE-B1BA-F91E72A617F7}">
      <dgm:prSet/>
      <dgm:spPr/>
      <dgm:t>
        <a:bodyPr/>
        <a:lstStyle/>
        <a:p>
          <a:endParaRPr lang="en-US"/>
        </a:p>
      </dgm:t>
    </dgm:pt>
    <dgm:pt modelId="{5CD1EE91-A40B-4439-A37F-7739FFA45787}">
      <dgm:prSet phldrT="[Text]" phldr="0"/>
      <dgm:spPr/>
      <dgm:t>
        <a:bodyPr/>
        <a:lstStyle/>
        <a:p>
          <a:r>
            <a:rPr lang="en-US"/>
            <a:t>Ticket Closed</a:t>
          </a:r>
          <a:endParaRPr lang="en-US" dirty="0"/>
        </a:p>
      </dgm:t>
    </dgm:pt>
    <dgm:pt modelId="{9113EE89-0C69-463F-A73E-D5E80CE3AB2E}" type="parTrans" cxnId="{17E6FFE7-85B9-4EA7-AD2A-A271C55089BA}">
      <dgm:prSet/>
      <dgm:spPr/>
      <dgm:t>
        <a:bodyPr/>
        <a:lstStyle/>
        <a:p>
          <a:endParaRPr lang="en-US"/>
        </a:p>
      </dgm:t>
    </dgm:pt>
    <dgm:pt modelId="{3C532804-F696-4929-A0A5-9F406CA8F92C}" type="sibTrans" cxnId="{17E6FFE7-85B9-4EA7-AD2A-A271C55089BA}">
      <dgm:prSet/>
      <dgm:spPr/>
      <dgm:t>
        <a:bodyPr/>
        <a:lstStyle/>
        <a:p>
          <a:endParaRPr lang="en-US"/>
        </a:p>
      </dgm:t>
    </dgm:pt>
    <dgm:pt modelId="{3CB64272-536F-45F0-8160-381BD71E4B4D}">
      <dgm:prSet phldrT="[Text]" phldr="0"/>
      <dgm:spPr/>
      <dgm:t>
        <a:bodyPr/>
        <a:lstStyle/>
        <a:p>
          <a:r>
            <a:rPr lang="en-US"/>
            <a:t>AI Analyze Outcomes</a:t>
          </a:r>
          <a:endParaRPr lang="en-US" dirty="0"/>
        </a:p>
      </dgm:t>
    </dgm:pt>
    <dgm:pt modelId="{47E6D3C1-CA7B-4E10-B66C-158B9768D226}" type="parTrans" cxnId="{62D7965A-7D0A-4455-8C7C-1B3AF59F9FBC}">
      <dgm:prSet/>
      <dgm:spPr/>
      <dgm:t>
        <a:bodyPr/>
        <a:lstStyle/>
        <a:p>
          <a:endParaRPr lang="en-US"/>
        </a:p>
      </dgm:t>
    </dgm:pt>
    <dgm:pt modelId="{670C1543-9AA5-4A8E-B5CC-D86CEB87E244}" type="sibTrans" cxnId="{62D7965A-7D0A-4455-8C7C-1B3AF59F9FBC}">
      <dgm:prSet/>
      <dgm:spPr/>
      <dgm:t>
        <a:bodyPr/>
        <a:lstStyle/>
        <a:p>
          <a:endParaRPr lang="en-US"/>
        </a:p>
      </dgm:t>
    </dgm:pt>
    <dgm:pt modelId="{46A81546-BD37-42B1-8787-785D16F62C7D}" type="pres">
      <dgm:prSet presAssocID="{3799B08B-8AA3-472B-A003-0B32CFDA1ACD}" presName="cycle" presStyleCnt="0">
        <dgm:presLayoutVars>
          <dgm:dir/>
          <dgm:resizeHandles val="exact"/>
        </dgm:presLayoutVars>
      </dgm:prSet>
      <dgm:spPr/>
    </dgm:pt>
    <dgm:pt modelId="{60117DBE-4229-4DFA-ACFB-4F3E6A4498B6}" type="pres">
      <dgm:prSet presAssocID="{8EFF9E52-1EBF-4393-B197-A2A7294A7BEB}" presName="node" presStyleLbl="node1" presStyleIdx="0" presStyleCnt="7">
        <dgm:presLayoutVars>
          <dgm:bulletEnabled val="1"/>
        </dgm:presLayoutVars>
      </dgm:prSet>
      <dgm:spPr/>
    </dgm:pt>
    <dgm:pt modelId="{0DD5329D-CF8F-4C9D-BD3C-9966A5CB71C4}" type="pres">
      <dgm:prSet presAssocID="{8EFF9E52-1EBF-4393-B197-A2A7294A7BEB}" presName="spNode" presStyleCnt="0"/>
      <dgm:spPr/>
    </dgm:pt>
    <dgm:pt modelId="{3F507415-6F68-414E-B147-3BEED67B1C6D}" type="pres">
      <dgm:prSet presAssocID="{6B7BF055-6C7B-4B1C-A35A-49A284863A6C}" presName="sibTrans" presStyleLbl="sibTrans1D1" presStyleIdx="0" presStyleCnt="7"/>
      <dgm:spPr/>
    </dgm:pt>
    <dgm:pt modelId="{B9216CB4-01FD-4DDE-84FD-A3560AA06FBA}" type="pres">
      <dgm:prSet presAssocID="{910C0F31-940A-4225-9AFE-DE8D48F09F79}" presName="node" presStyleLbl="node1" presStyleIdx="1" presStyleCnt="7">
        <dgm:presLayoutVars>
          <dgm:bulletEnabled val="1"/>
        </dgm:presLayoutVars>
      </dgm:prSet>
      <dgm:spPr/>
    </dgm:pt>
    <dgm:pt modelId="{A9EF5FC8-2F6C-4D13-8811-0E6646EC8376}" type="pres">
      <dgm:prSet presAssocID="{910C0F31-940A-4225-9AFE-DE8D48F09F79}" presName="spNode" presStyleCnt="0"/>
      <dgm:spPr/>
    </dgm:pt>
    <dgm:pt modelId="{91B0FF69-9402-4C3F-B8BC-E01B64B50068}" type="pres">
      <dgm:prSet presAssocID="{6CB7D9CB-24D3-4088-8709-E3CAE8062814}" presName="sibTrans" presStyleLbl="sibTrans1D1" presStyleIdx="1" presStyleCnt="7"/>
      <dgm:spPr/>
    </dgm:pt>
    <dgm:pt modelId="{3F53F69F-A012-4A31-82C2-0929834AF7B9}" type="pres">
      <dgm:prSet presAssocID="{BA8C530B-02C4-4A74-80B3-03C101DE2F60}" presName="node" presStyleLbl="node1" presStyleIdx="2" presStyleCnt="7">
        <dgm:presLayoutVars>
          <dgm:bulletEnabled val="1"/>
        </dgm:presLayoutVars>
      </dgm:prSet>
      <dgm:spPr/>
    </dgm:pt>
    <dgm:pt modelId="{98562FD1-467E-4023-9513-E9C735A97D51}" type="pres">
      <dgm:prSet presAssocID="{BA8C530B-02C4-4A74-80B3-03C101DE2F60}" presName="spNode" presStyleCnt="0"/>
      <dgm:spPr/>
    </dgm:pt>
    <dgm:pt modelId="{77FCB938-DA9C-479E-9552-CAD592490A6D}" type="pres">
      <dgm:prSet presAssocID="{43E76732-DF69-4843-89EC-61CFBA24B2E7}" presName="sibTrans" presStyleLbl="sibTrans1D1" presStyleIdx="2" presStyleCnt="7"/>
      <dgm:spPr/>
    </dgm:pt>
    <dgm:pt modelId="{7BF1BAC5-0502-4AF7-90C3-6F8CB0BFB8BE}" type="pres">
      <dgm:prSet presAssocID="{4584C24D-045C-414E-B1EB-C89183D80273}" presName="node" presStyleLbl="node1" presStyleIdx="3" presStyleCnt="7">
        <dgm:presLayoutVars>
          <dgm:bulletEnabled val="1"/>
        </dgm:presLayoutVars>
      </dgm:prSet>
      <dgm:spPr/>
    </dgm:pt>
    <dgm:pt modelId="{91A6BF0B-6447-46A4-850E-A40E05ECAB16}" type="pres">
      <dgm:prSet presAssocID="{4584C24D-045C-414E-B1EB-C89183D80273}" presName="spNode" presStyleCnt="0"/>
      <dgm:spPr/>
    </dgm:pt>
    <dgm:pt modelId="{4A3848F3-00A8-4A43-B1F3-56AAF68D0FD2}" type="pres">
      <dgm:prSet presAssocID="{8552C1FA-F48B-49AC-B7C0-78E1F40854F6}" presName="sibTrans" presStyleLbl="sibTrans1D1" presStyleIdx="3" presStyleCnt="7"/>
      <dgm:spPr/>
    </dgm:pt>
    <dgm:pt modelId="{4DF7FB16-60A0-4054-9CCC-9644242DEBA8}" type="pres">
      <dgm:prSet presAssocID="{001D1E46-F7F3-4049-B9B3-1CF673A99D18}" presName="node" presStyleLbl="node1" presStyleIdx="4" presStyleCnt="7">
        <dgm:presLayoutVars>
          <dgm:bulletEnabled val="1"/>
        </dgm:presLayoutVars>
      </dgm:prSet>
      <dgm:spPr/>
    </dgm:pt>
    <dgm:pt modelId="{807F4D1B-3439-4F87-824F-45E3AE45ED62}" type="pres">
      <dgm:prSet presAssocID="{001D1E46-F7F3-4049-B9B3-1CF673A99D18}" presName="spNode" presStyleCnt="0"/>
      <dgm:spPr/>
    </dgm:pt>
    <dgm:pt modelId="{DFA84D42-D073-42B8-9621-0DAD34D669C4}" type="pres">
      <dgm:prSet presAssocID="{5A486C20-7AD1-498F-BB29-7B818B0B4758}" presName="sibTrans" presStyleLbl="sibTrans1D1" presStyleIdx="4" presStyleCnt="7"/>
      <dgm:spPr/>
    </dgm:pt>
    <dgm:pt modelId="{BCA2E3C3-FA03-4ECE-BF80-C08D348582AD}" type="pres">
      <dgm:prSet presAssocID="{5CD1EE91-A40B-4439-A37F-7739FFA45787}" presName="node" presStyleLbl="node1" presStyleIdx="5" presStyleCnt="7">
        <dgm:presLayoutVars>
          <dgm:bulletEnabled val="1"/>
        </dgm:presLayoutVars>
      </dgm:prSet>
      <dgm:spPr/>
    </dgm:pt>
    <dgm:pt modelId="{F435B3FB-532D-4C81-A2ED-D26721BDB27A}" type="pres">
      <dgm:prSet presAssocID="{5CD1EE91-A40B-4439-A37F-7739FFA45787}" presName="spNode" presStyleCnt="0"/>
      <dgm:spPr/>
    </dgm:pt>
    <dgm:pt modelId="{1879F88B-5B75-458B-BBB2-8C42A82D8616}" type="pres">
      <dgm:prSet presAssocID="{3C532804-F696-4929-A0A5-9F406CA8F92C}" presName="sibTrans" presStyleLbl="sibTrans1D1" presStyleIdx="5" presStyleCnt="7"/>
      <dgm:spPr/>
    </dgm:pt>
    <dgm:pt modelId="{01DA206C-E48D-4D66-99D1-F2448FF3E664}" type="pres">
      <dgm:prSet presAssocID="{3CB64272-536F-45F0-8160-381BD71E4B4D}" presName="node" presStyleLbl="node1" presStyleIdx="6" presStyleCnt="7">
        <dgm:presLayoutVars>
          <dgm:bulletEnabled val="1"/>
        </dgm:presLayoutVars>
      </dgm:prSet>
      <dgm:spPr/>
    </dgm:pt>
    <dgm:pt modelId="{ACB96519-522E-40CD-92CB-50057A73AD3D}" type="pres">
      <dgm:prSet presAssocID="{3CB64272-536F-45F0-8160-381BD71E4B4D}" presName="spNode" presStyleCnt="0"/>
      <dgm:spPr/>
    </dgm:pt>
    <dgm:pt modelId="{D433C4AE-59E8-47EE-8185-F9F5A4D8EF6F}" type="pres">
      <dgm:prSet presAssocID="{670C1543-9AA5-4A8E-B5CC-D86CEB87E244}" presName="sibTrans" presStyleLbl="sibTrans1D1" presStyleIdx="6" presStyleCnt="7"/>
      <dgm:spPr/>
    </dgm:pt>
  </dgm:ptLst>
  <dgm:cxnLst>
    <dgm:cxn modelId="{5472B608-A846-4C5C-A99F-50C1D0C09B29}" type="presOf" srcId="{8EFF9E52-1EBF-4393-B197-A2A7294A7BEB}" destId="{60117DBE-4229-4DFA-ACFB-4F3E6A4498B6}" srcOrd="0" destOrd="0" presId="urn:microsoft.com/office/officeart/2005/8/layout/cycle5"/>
    <dgm:cxn modelId="{3B606517-1A7B-4FFE-B1BA-F91E72A617F7}" srcId="{3799B08B-8AA3-472B-A003-0B32CFDA1ACD}" destId="{001D1E46-F7F3-4049-B9B3-1CF673A99D18}" srcOrd="4" destOrd="0" parTransId="{700A967B-55DE-4E8B-A112-145CEFB4686F}" sibTransId="{5A486C20-7AD1-498F-BB29-7B818B0B4758}"/>
    <dgm:cxn modelId="{EAE4F819-4703-4CC6-8D95-9D093440DDF5}" srcId="{3799B08B-8AA3-472B-A003-0B32CFDA1ACD}" destId="{BA8C530B-02C4-4A74-80B3-03C101DE2F60}" srcOrd="2" destOrd="0" parTransId="{F4DF89BA-AA2F-4805-ADC3-0795D9605592}" sibTransId="{43E76732-DF69-4843-89EC-61CFBA24B2E7}"/>
    <dgm:cxn modelId="{C5F76532-10DD-4871-8C33-BFCB855CC118}" type="presOf" srcId="{BA8C530B-02C4-4A74-80B3-03C101DE2F60}" destId="{3F53F69F-A012-4A31-82C2-0929834AF7B9}" srcOrd="0" destOrd="0" presId="urn:microsoft.com/office/officeart/2005/8/layout/cycle5"/>
    <dgm:cxn modelId="{318E7940-44C8-4294-83BB-6CDD912301AA}" type="presOf" srcId="{43E76732-DF69-4843-89EC-61CFBA24B2E7}" destId="{77FCB938-DA9C-479E-9552-CAD592490A6D}" srcOrd="0" destOrd="0" presId="urn:microsoft.com/office/officeart/2005/8/layout/cycle5"/>
    <dgm:cxn modelId="{8938BD5D-5319-4A11-AA70-BA32EE78AA61}" type="presOf" srcId="{670C1543-9AA5-4A8E-B5CC-D86CEB87E244}" destId="{D433C4AE-59E8-47EE-8185-F9F5A4D8EF6F}" srcOrd="0" destOrd="0" presId="urn:microsoft.com/office/officeart/2005/8/layout/cycle5"/>
    <dgm:cxn modelId="{8855075F-9FF8-4F8E-A0DB-18C3D0677449}" type="presOf" srcId="{3C532804-F696-4929-A0A5-9F406CA8F92C}" destId="{1879F88B-5B75-458B-BBB2-8C42A82D8616}" srcOrd="0" destOrd="0" presId="urn:microsoft.com/office/officeart/2005/8/layout/cycle5"/>
    <dgm:cxn modelId="{89E06049-DF85-4B52-BEEE-2C8C480548D7}" type="presOf" srcId="{001D1E46-F7F3-4049-B9B3-1CF673A99D18}" destId="{4DF7FB16-60A0-4054-9CCC-9644242DEBA8}" srcOrd="0" destOrd="0" presId="urn:microsoft.com/office/officeart/2005/8/layout/cycle5"/>
    <dgm:cxn modelId="{24F1A669-85B9-4CF5-8DB5-7BDF1D9C80A5}" type="presOf" srcId="{3799B08B-8AA3-472B-A003-0B32CFDA1ACD}" destId="{46A81546-BD37-42B1-8787-785D16F62C7D}" srcOrd="0" destOrd="0" presId="urn:microsoft.com/office/officeart/2005/8/layout/cycle5"/>
    <dgm:cxn modelId="{DCE2A44A-8CD6-4987-B72A-D317253A0332}" srcId="{3799B08B-8AA3-472B-A003-0B32CFDA1ACD}" destId="{4584C24D-045C-414E-B1EB-C89183D80273}" srcOrd="3" destOrd="0" parTransId="{302AEA6C-6946-4E26-B839-27D61AB35635}" sibTransId="{8552C1FA-F48B-49AC-B7C0-78E1F40854F6}"/>
    <dgm:cxn modelId="{93867F6D-50A1-4B3D-9715-17C41581E0FA}" srcId="{3799B08B-8AA3-472B-A003-0B32CFDA1ACD}" destId="{910C0F31-940A-4225-9AFE-DE8D48F09F79}" srcOrd="1" destOrd="0" parTransId="{0E74E026-006A-4D1F-A148-800E7C6133F0}" sibTransId="{6CB7D9CB-24D3-4088-8709-E3CAE8062814}"/>
    <dgm:cxn modelId="{E7C6F551-8B98-4DC6-B5C1-E3E2E99FF04A}" type="presOf" srcId="{6CB7D9CB-24D3-4088-8709-E3CAE8062814}" destId="{91B0FF69-9402-4C3F-B8BC-E01B64B50068}" srcOrd="0" destOrd="0" presId="urn:microsoft.com/office/officeart/2005/8/layout/cycle5"/>
    <dgm:cxn modelId="{62D7965A-7D0A-4455-8C7C-1B3AF59F9FBC}" srcId="{3799B08B-8AA3-472B-A003-0B32CFDA1ACD}" destId="{3CB64272-536F-45F0-8160-381BD71E4B4D}" srcOrd="6" destOrd="0" parTransId="{47E6D3C1-CA7B-4E10-B66C-158B9768D226}" sibTransId="{670C1543-9AA5-4A8E-B5CC-D86CEB87E244}"/>
    <dgm:cxn modelId="{9C4A1093-9F14-40E7-925F-E2BBBC7D6B51}" type="presOf" srcId="{3CB64272-536F-45F0-8160-381BD71E4B4D}" destId="{01DA206C-E48D-4D66-99D1-F2448FF3E664}" srcOrd="0" destOrd="0" presId="urn:microsoft.com/office/officeart/2005/8/layout/cycle5"/>
    <dgm:cxn modelId="{2C4C7593-4D1A-4688-BFD4-76915B5915C9}" type="presOf" srcId="{8552C1FA-F48B-49AC-B7C0-78E1F40854F6}" destId="{4A3848F3-00A8-4A43-B1F3-56AAF68D0FD2}" srcOrd="0" destOrd="0" presId="urn:microsoft.com/office/officeart/2005/8/layout/cycle5"/>
    <dgm:cxn modelId="{222173C8-5058-4770-ABEB-EE478CCC0285}" type="presOf" srcId="{5A486C20-7AD1-498F-BB29-7B818B0B4758}" destId="{DFA84D42-D073-42B8-9621-0DAD34D669C4}" srcOrd="0" destOrd="0" presId="urn:microsoft.com/office/officeart/2005/8/layout/cycle5"/>
    <dgm:cxn modelId="{92EA4FD3-8C91-4A31-8BB6-8A8D581B8DD6}" srcId="{3799B08B-8AA3-472B-A003-0B32CFDA1ACD}" destId="{8EFF9E52-1EBF-4393-B197-A2A7294A7BEB}" srcOrd="0" destOrd="0" parTransId="{1403F746-D6F7-4F86-AF05-3951731883EF}" sibTransId="{6B7BF055-6C7B-4B1C-A35A-49A284863A6C}"/>
    <dgm:cxn modelId="{5D9B69DB-80C1-4E73-910E-03460622989F}" type="presOf" srcId="{6B7BF055-6C7B-4B1C-A35A-49A284863A6C}" destId="{3F507415-6F68-414E-B147-3BEED67B1C6D}" srcOrd="0" destOrd="0" presId="urn:microsoft.com/office/officeart/2005/8/layout/cycle5"/>
    <dgm:cxn modelId="{76CC0CE3-7230-44BD-8130-57E51D72FED1}" type="presOf" srcId="{910C0F31-940A-4225-9AFE-DE8D48F09F79}" destId="{B9216CB4-01FD-4DDE-84FD-A3560AA06FBA}" srcOrd="0" destOrd="0" presId="urn:microsoft.com/office/officeart/2005/8/layout/cycle5"/>
    <dgm:cxn modelId="{17E6FFE7-85B9-4EA7-AD2A-A271C55089BA}" srcId="{3799B08B-8AA3-472B-A003-0B32CFDA1ACD}" destId="{5CD1EE91-A40B-4439-A37F-7739FFA45787}" srcOrd="5" destOrd="0" parTransId="{9113EE89-0C69-463F-A73E-D5E80CE3AB2E}" sibTransId="{3C532804-F696-4929-A0A5-9F406CA8F92C}"/>
    <dgm:cxn modelId="{A9BE61F8-1B64-48D8-990A-857272ACBD1B}" type="presOf" srcId="{5CD1EE91-A40B-4439-A37F-7739FFA45787}" destId="{BCA2E3C3-FA03-4ECE-BF80-C08D348582AD}" srcOrd="0" destOrd="0" presId="urn:microsoft.com/office/officeart/2005/8/layout/cycle5"/>
    <dgm:cxn modelId="{8E96A5FF-BEC3-4D75-A7E4-07BD674D92E1}" type="presOf" srcId="{4584C24D-045C-414E-B1EB-C89183D80273}" destId="{7BF1BAC5-0502-4AF7-90C3-6F8CB0BFB8BE}" srcOrd="0" destOrd="0" presId="urn:microsoft.com/office/officeart/2005/8/layout/cycle5"/>
    <dgm:cxn modelId="{9FDE301B-3FBA-4BE2-B002-798B5A3A70C4}" type="presParOf" srcId="{46A81546-BD37-42B1-8787-785D16F62C7D}" destId="{60117DBE-4229-4DFA-ACFB-4F3E6A4498B6}" srcOrd="0" destOrd="0" presId="urn:microsoft.com/office/officeart/2005/8/layout/cycle5"/>
    <dgm:cxn modelId="{C113F78A-AEAC-4DB3-A61B-B4C6668E8534}" type="presParOf" srcId="{46A81546-BD37-42B1-8787-785D16F62C7D}" destId="{0DD5329D-CF8F-4C9D-BD3C-9966A5CB71C4}" srcOrd="1" destOrd="0" presId="urn:microsoft.com/office/officeart/2005/8/layout/cycle5"/>
    <dgm:cxn modelId="{FF6C00C9-D0CF-4E04-86A5-7727DCDA4462}" type="presParOf" srcId="{46A81546-BD37-42B1-8787-785D16F62C7D}" destId="{3F507415-6F68-414E-B147-3BEED67B1C6D}" srcOrd="2" destOrd="0" presId="urn:microsoft.com/office/officeart/2005/8/layout/cycle5"/>
    <dgm:cxn modelId="{6249E3C9-CA3D-4FC2-80F1-1403A4E612FC}" type="presParOf" srcId="{46A81546-BD37-42B1-8787-785D16F62C7D}" destId="{B9216CB4-01FD-4DDE-84FD-A3560AA06FBA}" srcOrd="3" destOrd="0" presId="urn:microsoft.com/office/officeart/2005/8/layout/cycle5"/>
    <dgm:cxn modelId="{DEF8B1EF-EC0F-455E-93BA-6ACEFF624D69}" type="presParOf" srcId="{46A81546-BD37-42B1-8787-785D16F62C7D}" destId="{A9EF5FC8-2F6C-4D13-8811-0E6646EC8376}" srcOrd="4" destOrd="0" presId="urn:microsoft.com/office/officeart/2005/8/layout/cycle5"/>
    <dgm:cxn modelId="{8BF1159C-5CBD-4122-AA2E-0D0B5A005A88}" type="presParOf" srcId="{46A81546-BD37-42B1-8787-785D16F62C7D}" destId="{91B0FF69-9402-4C3F-B8BC-E01B64B50068}" srcOrd="5" destOrd="0" presId="urn:microsoft.com/office/officeart/2005/8/layout/cycle5"/>
    <dgm:cxn modelId="{5E1C3F6D-DBD3-4223-9D80-6A2755C85143}" type="presParOf" srcId="{46A81546-BD37-42B1-8787-785D16F62C7D}" destId="{3F53F69F-A012-4A31-82C2-0929834AF7B9}" srcOrd="6" destOrd="0" presId="urn:microsoft.com/office/officeart/2005/8/layout/cycle5"/>
    <dgm:cxn modelId="{6220FF26-FFEA-4A4F-93CD-E61FFA894499}" type="presParOf" srcId="{46A81546-BD37-42B1-8787-785D16F62C7D}" destId="{98562FD1-467E-4023-9513-E9C735A97D51}" srcOrd="7" destOrd="0" presId="urn:microsoft.com/office/officeart/2005/8/layout/cycle5"/>
    <dgm:cxn modelId="{804BE891-3444-4BB0-BB6A-F2E86FB76E77}" type="presParOf" srcId="{46A81546-BD37-42B1-8787-785D16F62C7D}" destId="{77FCB938-DA9C-479E-9552-CAD592490A6D}" srcOrd="8" destOrd="0" presId="urn:microsoft.com/office/officeart/2005/8/layout/cycle5"/>
    <dgm:cxn modelId="{08569E48-BFBF-4EFA-9B67-1864981947B3}" type="presParOf" srcId="{46A81546-BD37-42B1-8787-785D16F62C7D}" destId="{7BF1BAC5-0502-4AF7-90C3-6F8CB0BFB8BE}" srcOrd="9" destOrd="0" presId="urn:microsoft.com/office/officeart/2005/8/layout/cycle5"/>
    <dgm:cxn modelId="{FE1BD1E1-5926-4E63-AC10-73F9695A3646}" type="presParOf" srcId="{46A81546-BD37-42B1-8787-785D16F62C7D}" destId="{91A6BF0B-6447-46A4-850E-A40E05ECAB16}" srcOrd="10" destOrd="0" presId="urn:microsoft.com/office/officeart/2005/8/layout/cycle5"/>
    <dgm:cxn modelId="{3BE0C3B9-30EF-4CA7-A763-072E31E6E349}" type="presParOf" srcId="{46A81546-BD37-42B1-8787-785D16F62C7D}" destId="{4A3848F3-00A8-4A43-B1F3-56AAF68D0FD2}" srcOrd="11" destOrd="0" presId="urn:microsoft.com/office/officeart/2005/8/layout/cycle5"/>
    <dgm:cxn modelId="{FB26737E-C03D-4F11-9738-3E24DC3B5BFA}" type="presParOf" srcId="{46A81546-BD37-42B1-8787-785D16F62C7D}" destId="{4DF7FB16-60A0-4054-9CCC-9644242DEBA8}" srcOrd="12" destOrd="0" presId="urn:microsoft.com/office/officeart/2005/8/layout/cycle5"/>
    <dgm:cxn modelId="{91D57C60-73D7-408F-BF0B-C3E64D099AB0}" type="presParOf" srcId="{46A81546-BD37-42B1-8787-785D16F62C7D}" destId="{807F4D1B-3439-4F87-824F-45E3AE45ED62}" srcOrd="13" destOrd="0" presId="urn:microsoft.com/office/officeart/2005/8/layout/cycle5"/>
    <dgm:cxn modelId="{6F3A9978-ECE0-4721-870F-7174101F3FFA}" type="presParOf" srcId="{46A81546-BD37-42B1-8787-785D16F62C7D}" destId="{DFA84D42-D073-42B8-9621-0DAD34D669C4}" srcOrd="14" destOrd="0" presId="urn:microsoft.com/office/officeart/2005/8/layout/cycle5"/>
    <dgm:cxn modelId="{4870A083-FA43-4F54-8A17-021A4298E319}" type="presParOf" srcId="{46A81546-BD37-42B1-8787-785D16F62C7D}" destId="{BCA2E3C3-FA03-4ECE-BF80-C08D348582AD}" srcOrd="15" destOrd="0" presId="urn:microsoft.com/office/officeart/2005/8/layout/cycle5"/>
    <dgm:cxn modelId="{5BBD2C01-72E8-48B6-B491-19771C0A7ADD}" type="presParOf" srcId="{46A81546-BD37-42B1-8787-785D16F62C7D}" destId="{F435B3FB-532D-4C81-A2ED-D26721BDB27A}" srcOrd="16" destOrd="0" presId="urn:microsoft.com/office/officeart/2005/8/layout/cycle5"/>
    <dgm:cxn modelId="{E35AC611-E2CE-4871-935B-1B964FA01F26}" type="presParOf" srcId="{46A81546-BD37-42B1-8787-785D16F62C7D}" destId="{1879F88B-5B75-458B-BBB2-8C42A82D8616}" srcOrd="17" destOrd="0" presId="urn:microsoft.com/office/officeart/2005/8/layout/cycle5"/>
    <dgm:cxn modelId="{2BD9EB40-BCAB-4833-9F11-20E4206C286C}" type="presParOf" srcId="{46A81546-BD37-42B1-8787-785D16F62C7D}" destId="{01DA206C-E48D-4D66-99D1-F2448FF3E664}" srcOrd="18" destOrd="0" presId="urn:microsoft.com/office/officeart/2005/8/layout/cycle5"/>
    <dgm:cxn modelId="{F3640788-C54F-457C-9985-CFF37331D8C9}" type="presParOf" srcId="{46A81546-BD37-42B1-8787-785D16F62C7D}" destId="{ACB96519-522E-40CD-92CB-50057A73AD3D}" srcOrd="19" destOrd="0" presId="urn:microsoft.com/office/officeart/2005/8/layout/cycle5"/>
    <dgm:cxn modelId="{03AB9C14-4E18-45BC-8F53-5B2E3A66EBAD}" type="presParOf" srcId="{46A81546-BD37-42B1-8787-785D16F62C7D}" destId="{D433C4AE-59E8-47EE-8185-F9F5A4D8EF6F}" srcOrd="20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6C68A76-7556-4BC8-851C-30DE73064BD2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4406C581-D541-4042-8050-4E56E37DF67D}">
      <dgm:prSet phldrT="[Text]" phldr="0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Before AI</a:t>
          </a:r>
        </a:p>
      </dgm:t>
    </dgm:pt>
    <dgm:pt modelId="{BBE034F4-8189-4269-8279-7D50CE3F1254}" type="parTrans" cxnId="{E88F4DDD-6F99-4434-A71C-FF87076C7C11}">
      <dgm:prSet/>
      <dgm:spPr/>
      <dgm:t>
        <a:bodyPr/>
        <a:lstStyle/>
        <a:p>
          <a:endParaRPr lang="en-US"/>
        </a:p>
      </dgm:t>
    </dgm:pt>
    <dgm:pt modelId="{CBC20495-B70C-4C3B-91C3-32DDBD640B56}" type="sibTrans" cxnId="{E88F4DDD-6F99-4434-A71C-FF87076C7C11}">
      <dgm:prSet/>
      <dgm:spPr/>
      <dgm:t>
        <a:bodyPr/>
        <a:lstStyle/>
        <a:p>
          <a:endParaRPr lang="en-US"/>
        </a:p>
      </dgm:t>
    </dgm:pt>
    <dgm:pt modelId="{9D177F1C-657A-4691-BAB8-0F81B44A6A44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Manual</a:t>
          </a:r>
        </a:p>
      </dgm:t>
    </dgm:pt>
    <dgm:pt modelId="{D0162AEA-E5BF-48F3-A337-B7F1C7370E18}" type="parTrans" cxnId="{CB4222B4-90B4-4E79-9459-D1058F3EC846}">
      <dgm:prSet/>
      <dgm:spPr/>
      <dgm:t>
        <a:bodyPr/>
        <a:lstStyle/>
        <a:p>
          <a:endParaRPr lang="en-US"/>
        </a:p>
      </dgm:t>
    </dgm:pt>
    <dgm:pt modelId="{BD97D6AC-6FD0-4EA4-9413-A4291EC8B9B0}" type="sibTrans" cxnId="{CB4222B4-90B4-4E79-9459-D1058F3EC846}">
      <dgm:prSet/>
      <dgm:spPr/>
      <dgm:t>
        <a:bodyPr/>
        <a:lstStyle/>
        <a:p>
          <a:endParaRPr lang="en-US"/>
        </a:p>
      </dgm:t>
    </dgm:pt>
    <dgm:pt modelId="{9B6C3588-9ED7-4191-AE73-189EFBAB895B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Reactive</a:t>
          </a:r>
        </a:p>
      </dgm:t>
    </dgm:pt>
    <dgm:pt modelId="{3853CA5A-726E-439B-BD33-59052A8E8BB4}" type="parTrans" cxnId="{BF1133B6-3763-4945-81A5-F3C62046A269}">
      <dgm:prSet/>
      <dgm:spPr/>
      <dgm:t>
        <a:bodyPr/>
        <a:lstStyle/>
        <a:p>
          <a:endParaRPr lang="en-US"/>
        </a:p>
      </dgm:t>
    </dgm:pt>
    <dgm:pt modelId="{4346B6F8-8A8A-426F-B5E0-A860B9D364BE}" type="sibTrans" cxnId="{BF1133B6-3763-4945-81A5-F3C62046A269}">
      <dgm:prSet/>
      <dgm:spPr/>
      <dgm:t>
        <a:bodyPr/>
        <a:lstStyle/>
        <a:p>
          <a:endParaRPr lang="en-US"/>
        </a:p>
      </dgm:t>
    </dgm:pt>
    <dgm:pt modelId="{F2C9E424-7C01-42FD-841F-C9E162E60D80}">
      <dgm:prSet phldrT="[Text]" phldr="0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After AI</a:t>
          </a:r>
        </a:p>
      </dgm:t>
    </dgm:pt>
    <dgm:pt modelId="{37AA5374-1F6B-42D0-A11F-F03EDFBC39C4}" type="parTrans" cxnId="{568A49E3-A556-43C3-B901-FFB3FFE0123E}">
      <dgm:prSet/>
      <dgm:spPr/>
      <dgm:t>
        <a:bodyPr/>
        <a:lstStyle/>
        <a:p>
          <a:endParaRPr lang="en-US"/>
        </a:p>
      </dgm:t>
    </dgm:pt>
    <dgm:pt modelId="{83ADA0D1-E864-496D-AFB2-310066329FF1}" type="sibTrans" cxnId="{568A49E3-A556-43C3-B901-FFB3FFE0123E}">
      <dgm:prSet/>
      <dgm:spPr/>
      <dgm:t>
        <a:bodyPr/>
        <a:lstStyle/>
        <a:p>
          <a:endParaRPr lang="en-US"/>
        </a:p>
      </dgm:t>
    </dgm:pt>
    <dgm:pt modelId="{85F109B6-F307-48CB-A783-F6437273C739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Automated</a:t>
          </a:r>
        </a:p>
      </dgm:t>
    </dgm:pt>
    <dgm:pt modelId="{3C47BCA2-E57E-4BEC-8FB4-B2A6A1E453C4}" type="parTrans" cxnId="{1F5277E0-CE1B-4AF2-B10B-F6D0B5B7258A}">
      <dgm:prSet/>
      <dgm:spPr/>
      <dgm:t>
        <a:bodyPr/>
        <a:lstStyle/>
        <a:p>
          <a:endParaRPr lang="en-US"/>
        </a:p>
      </dgm:t>
    </dgm:pt>
    <dgm:pt modelId="{C58FCA3B-6F82-4D8E-AAB9-8027469FD5E4}" type="sibTrans" cxnId="{1F5277E0-CE1B-4AF2-B10B-F6D0B5B7258A}">
      <dgm:prSet/>
      <dgm:spPr/>
      <dgm:t>
        <a:bodyPr/>
        <a:lstStyle/>
        <a:p>
          <a:endParaRPr lang="en-US"/>
        </a:p>
      </dgm:t>
    </dgm:pt>
    <dgm:pt modelId="{B0C5B4FC-0C03-4C85-AA7A-3C7D38AD352A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Proactive</a:t>
          </a:r>
        </a:p>
      </dgm:t>
    </dgm:pt>
    <dgm:pt modelId="{EE001F17-FED3-4A68-8E9C-DCDFCFEC19AA}" type="parTrans" cxnId="{799370EE-F28D-40EC-A449-43CDD138786B}">
      <dgm:prSet/>
      <dgm:spPr/>
      <dgm:t>
        <a:bodyPr/>
        <a:lstStyle/>
        <a:p>
          <a:endParaRPr lang="en-US"/>
        </a:p>
      </dgm:t>
    </dgm:pt>
    <dgm:pt modelId="{782D1ADC-B99A-42D4-BD9C-ABB45F42FAF2}" type="sibTrans" cxnId="{799370EE-F28D-40EC-A449-43CDD138786B}">
      <dgm:prSet/>
      <dgm:spPr/>
      <dgm:t>
        <a:bodyPr/>
        <a:lstStyle/>
        <a:p>
          <a:endParaRPr lang="en-US"/>
        </a:p>
      </dgm:t>
    </dgm:pt>
    <dgm:pt modelId="{2634AB93-2C50-4518-87A7-602E5E71A424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Slow</a:t>
          </a:r>
        </a:p>
      </dgm:t>
    </dgm:pt>
    <dgm:pt modelId="{9E605A65-9121-4E27-8A1F-D82DE368EED0}" type="parTrans" cxnId="{2E4C0C92-5FEA-4649-970D-F8818D3C70EE}">
      <dgm:prSet/>
      <dgm:spPr/>
      <dgm:t>
        <a:bodyPr/>
        <a:lstStyle/>
        <a:p>
          <a:endParaRPr lang="en-US"/>
        </a:p>
      </dgm:t>
    </dgm:pt>
    <dgm:pt modelId="{F7E256A7-C9F0-4EB4-A6AD-725A1037CAFA}" type="sibTrans" cxnId="{2E4C0C92-5FEA-4649-970D-F8818D3C70EE}">
      <dgm:prSet/>
      <dgm:spPr/>
      <dgm:t>
        <a:bodyPr/>
        <a:lstStyle/>
        <a:p>
          <a:endParaRPr lang="en-US"/>
        </a:p>
      </dgm:t>
    </dgm:pt>
    <dgm:pt modelId="{B376EB06-1D86-4669-AF6B-1BFC6E388B08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Fast</a:t>
          </a:r>
        </a:p>
      </dgm:t>
    </dgm:pt>
    <dgm:pt modelId="{4B27D719-F543-4902-A29F-4D8A450A1B2E}" type="parTrans" cxnId="{1D10C034-1CC4-4849-B432-E9C6D1D40126}">
      <dgm:prSet/>
      <dgm:spPr/>
      <dgm:t>
        <a:bodyPr/>
        <a:lstStyle/>
        <a:p>
          <a:endParaRPr lang="en-US"/>
        </a:p>
      </dgm:t>
    </dgm:pt>
    <dgm:pt modelId="{AB003E35-DC8B-4ACC-993D-76B49867ED68}" type="sibTrans" cxnId="{1D10C034-1CC4-4849-B432-E9C6D1D40126}">
      <dgm:prSet/>
      <dgm:spPr/>
      <dgm:t>
        <a:bodyPr/>
        <a:lstStyle/>
        <a:p>
          <a:endParaRPr lang="en-US"/>
        </a:p>
      </dgm:t>
    </dgm:pt>
    <dgm:pt modelId="{112EE4D7-2E4F-467E-839A-BCA2D65F1CD3}" type="pres">
      <dgm:prSet presAssocID="{66C68A76-7556-4BC8-851C-30DE73064BD2}" presName="root" presStyleCnt="0">
        <dgm:presLayoutVars>
          <dgm:dir/>
          <dgm:resizeHandles val="exact"/>
        </dgm:presLayoutVars>
      </dgm:prSet>
      <dgm:spPr/>
    </dgm:pt>
    <dgm:pt modelId="{B794342C-E873-4CA1-893E-DDBD1600B193}" type="pres">
      <dgm:prSet presAssocID="{4406C581-D541-4042-8050-4E56E37DF67D}" presName="compNode" presStyleCnt="0"/>
      <dgm:spPr/>
    </dgm:pt>
    <dgm:pt modelId="{5C3ED7D8-2355-4A09-BDE1-A75757B15997}" type="pres">
      <dgm:prSet presAssocID="{4406C581-D541-4042-8050-4E56E37DF67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DA6FB770-811E-4CF0-9365-364C3ED0CE6B}" type="pres">
      <dgm:prSet presAssocID="{4406C581-D541-4042-8050-4E56E37DF67D}" presName="iconSpace" presStyleCnt="0"/>
      <dgm:spPr/>
    </dgm:pt>
    <dgm:pt modelId="{95B79121-0861-4799-951B-2AE1A74FBA27}" type="pres">
      <dgm:prSet presAssocID="{4406C581-D541-4042-8050-4E56E37DF67D}" presName="parTx" presStyleLbl="revTx" presStyleIdx="0" presStyleCnt="4">
        <dgm:presLayoutVars>
          <dgm:chMax val="0"/>
          <dgm:chPref val="0"/>
        </dgm:presLayoutVars>
      </dgm:prSet>
      <dgm:spPr/>
    </dgm:pt>
    <dgm:pt modelId="{E5E5DF33-1B0A-471E-BCFF-4B14168BA97B}" type="pres">
      <dgm:prSet presAssocID="{4406C581-D541-4042-8050-4E56E37DF67D}" presName="txSpace" presStyleCnt="0"/>
      <dgm:spPr/>
    </dgm:pt>
    <dgm:pt modelId="{89096B36-9479-4628-B702-318F64C3206B}" type="pres">
      <dgm:prSet presAssocID="{4406C581-D541-4042-8050-4E56E37DF67D}" presName="desTx" presStyleLbl="revTx" presStyleIdx="1" presStyleCnt="4">
        <dgm:presLayoutVars/>
      </dgm:prSet>
      <dgm:spPr/>
    </dgm:pt>
    <dgm:pt modelId="{8A988C8C-7D7C-433C-AF85-AB6105E8A34E}" type="pres">
      <dgm:prSet presAssocID="{CBC20495-B70C-4C3B-91C3-32DDBD640B56}" presName="sibTrans" presStyleCnt="0"/>
      <dgm:spPr/>
    </dgm:pt>
    <dgm:pt modelId="{5E166F04-C0EB-435A-B9E2-7A3C4615ED9B}" type="pres">
      <dgm:prSet presAssocID="{F2C9E424-7C01-42FD-841F-C9E162E60D80}" presName="compNode" presStyleCnt="0"/>
      <dgm:spPr/>
    </dgm:pt>
    <dgm:pt modelId="{54809CD2-6ADA-4D64-A7E4-273ABDA17F5F}" type="pres">
      <dgm:prSet presAssocID="{F2C9E424-7C01-42FD-841F-C9E162E60D8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6C3E6D9-C80E-44D9-A871-D74D1D995E2E}" type="pres">
      <dgm:prSet presAssocID="{F2C9E424-7C01-42FD-841F-C9E162E60D80}" presName="iconSpace" presStyleCnt="0"/>
      <dgm:spPr/>
    </dgm:pt>
    <dgm:pt modelId="{169DF229-4326-4BBB-AC57-BF081DF3D3EF}" type="pres">
      <dgm:prSet presAssocID="{F2C9E424-7C01-42FD-841F-C9E162E60D80}" presName="parTx" presStyleLbl="revTx" presStyleIdx="2" presStyleCnt="4">
        <dgm:presLayoutVars>
          <dgm:chMax val="0"/>
          <dgm:chPref val="0"/>
        </dgm:presLayoutVars>
      </dgm:prSet>
      <dgm:spPr/>
    </dgm:pt>
    <dgm:pt modelId="{AFAAB1B3-71F5-4DC9-85D0-9AA988F7AC5E}" type="pres">
      <dgm:prSet presAssocID="{F2C9E424-7C01-42FD-841F-C9E162E60D80}" presName="txSpace" presStyleCnt="0"/>
      <dgm:spPr/>
    </dgm:pt>
    <dgm:pt modelId="{A54B136F-E6E1-437E-B0BE-4891EE08DA04}" type="pres">
      <dgm:prSet presAssocID="{F2C9E424-7C01-42FD-841F-C9E162E60D80}" presName="desTx" presStyleLbl="revTx" presStyleIdx="3" presStyleCnt="4">
        <dgm:presLayoutVars/>
      </dgm:prSet>
      <dgm:spPr/>
    </dgm:pt>
  </dgm:ptLst>
  <dgm:cxnLst>
    <dgm:cxn modelId="{1D10C034-1CC4-4849-B432-E9C6D1D40126}" srcId="{F2C9E424-7C01-42FD-841F-C9E162E60D80}" destId="{B376EB06-1D86-4669-AF6B-1BFC6E388B08}" srcOrd="1" destOrd="0" parTransId="{4B27D719-F543-4902-A29F-4D8A450A1B2E}" sibTransId="{AB003E35-DC8B-4ACC-993D-76B49867ED68}"/>
    <dgm:cxn modelId="{81626C40-B5FE-495E-9852-E17DAEF9051B}" type="presOf" srcId="{9B6C3588-9ED7-4191-AE73-189EFBAB895B}" destId="{89096B36-9479-4628-B702-318F64C3206B}" srcOrd="0" destOrd="2" presId="urn:microsoft.com/office/officeart/2018/5/layout/CenteredIconLabelDescriptionList"/>
    <dgm:cxn modelId="{BB1E3847-7B4B-4605-B8D5-80944D6F09F6}" type="presOf" srcId="{4406C581-D541-4042-8050-4E56E37DF67D}" destId="{95B79121-0861-4799-951B-2AE1A74FBA27}" srcOrd="0" destOrd="0" presId="urn:microsoft.com/office/officeart/2018/5/layout/CenteredIconLabelDescriptionList"/>
    <dgm:cxn modelId="{F87A5848-FFEE-4057-B25E-5D055B4B5F85}" type="presOf" srcId="{85F109B6-F307-48CB-A783-F6437273C739}" destId="{A54B136F-E6E1-437E-B0BE-4891EE08DA04}" srcOrd="0" destOrd="0" presId="urn:microsoft.com/office/officeart/2018/5/layout/CenteredIconLabelDescriptionList"/>
    <dgm:cxn modelId="{D3CA6E52-60AF-45AF-9B4A-011B0AFEFA95}" type="presOf" srcId="{B376EB06-1D86-4669-AF6B-1BFC6E388B08}" destId="{A54B136F-E6E1-437E-B0BE-4891EE08DA04}" srcOrd="0" destOrd="1" presId="urn:microsoft.com/office/officeart/2018/5/layout/CenteredIconLabelDescriptionList"/>
    <dgm:cxn modelId="{691AB453-E138-48A8-A7AA-3CAFC4E8B6FB}" type="presOf" srcId="{F2C9E424-7C01-42FD-841F-C9E162E60D80}" destId="{169DF229-4326-4BBB-AC57-BF081DF3D3EF}" srcOrd="0" destOrd="0" presId="urn:microsoft.com/office/officeart/2018/5/layout/CenteredIconLabelDescriptionList"/>
    <dgm:cxn modelId="{B54B0D85-FC8B-4E3B-BC9B-72DE3DF13A29}" type="presOf" srcId="{66C68A76-7556-4BC8-851C-30DE73064BD2}" destId="{112EE4D7-2E4F-467E-839A-BCA2D65F1CD3}" srcOrd="0" destOrd="0" presId="urn:microsoft.com/office/officeart/2018/5/layout/CenteredIconLabelDescriptionList"/>
    <dgm:cxn modelId="{13E6F08F-46CF-4F54-9F72-4D374B07A636}" type="presOf" srcId="{2634AB93-2C50-4518-87A7-602E5E71A424}" destId="{89096B36-9479-4628-B702-318F64C3206B}" srcOrd="0" destOrd="1" presId="urn:microsoft.com/office/officeart/2018/5/layout/CenteredIconLabelDescriptionList"/>
    <dgm:cxn modelId="{2E4C0C92-5FEA-4649-970D-F8818D3C70EE}" srcId="{4406C581-D541-4042-8050-4E56E37DF67D}" destId="{2634AB93-2C50-4518-87A7-602E5E71A424}" srcOrd="1" destOrd="0" parTransId="{9E605A65-9121-4E27-8A1F-D82DE368EED0}" sibTransId="{F7E256A7-C9F0-4EB4-A6AD-725A1037CAFA}"/>
    <dgm:cxn modelId="{CB4222B4-90B4-4E79-9459-D1058F3EC846}" srcId="{4406C581-D541-4042-8050-4E56E37DF67D}" destId="{9D177F1C-657A-4691-BAB8-0F81B44A6A44}" srcOrd="0" destOrd="0" parTransId="{D0162AEA-E5BF-48F3-A337-B7F1C7370E18}" sibTransId="{BD97D6AC-6FD0-4EA4-9413-A4291EC8B9B0}"/>
    <dgm:cxn modelId="{BF1133B6-3763-4945-81A5-F3C62046A269}" srcId="{4406C581-D541-4042-8050-4E56E37DF67D}" destId="{9B6C3588-9ED7-4191-AE73-189EFBAB895B}" srcOrd="2" destOrd="0" parTransId="{3853CA5A-726E-439B-BD33-59052A8E8BB4}" sibTransId="{4346B6F8-8A8A-426F-B5E0-A860B9D364BE}"/>
    <dgm:cxn modelId="{9FCCA1D5-8499-4938-A0F4-3CAA41C875E5}" type="presOf" srcId="{B0C5B4FC-0C03-4C85-AA7A-3C7D38AD352A}" destId="{A54B136F-E6E1-437E-B0BE-4891EE08DA04}" srcOrd="0" destOrd="2" presId="urn:microsoft.com/office/officeart/2018/5/layout/CenteredIconLabelDescriptionList"/>
    <dgm:cxn modelId="{3325F9DC-0456-4A5E-B83A-823D2D03C655}" type="presOf" srcId="{9D177F1C-657A-4691-BAB8-0F81B44A6A44}" destId="{89096B36-9479-4628-B702-318F64C3206B}" srcOrd="0" destOrd="0" presId="urn:microsoft.com/office/officeart/2018/5/layout/CenteredIconLabelDescriptionList"/>
    <dgm:cxn modelId="{E88F4DDD-6F99-4434-A71C-FF87076C7C11}" srcId="{66C68A76-7556-4BC8-851C-30DE73064BD2}" destId="{4406C581-D541-4042-8050-4E56E37DF67D}" srcOrd="0" destOrd="0" parTransId="{BBE034F4-8189-4269-8279-7D50CE3F1254}" sibTransId="{CBC20495-B70C-4C3B-91C3-32DDBD640B56}"/>
    <dgm:cxn modelId="{1F5277E0-CE1B-4AF2-B10B-F6D0B5B7258A}" srcId="{F2C9E424-7C01-42FD-841F-C9E162E60D80}" destId="{85F109B6-F307-48CB-A783-F6437273C739}" srcOrd="0" destOrd="0" parTransId="{3C47BCA2-E57E-4BEC-8FB4-B2A6A1E453C4}" sibTransId="{C58FCA3B-6F82-4D8E-AAB9-8027469FD5E4}"/>
    <dgm:cxn modelId="{568A49E3-A556-43C3-B901-FFB3FFE0123E}" srcId="{66C68A76-7556-4BC8-851C-30DE73064BD2}" destId="{F2C9E424-7C01-42FD-841F-C9E162E60D80}" srcOrd="1" destOrd="0" parTransId="{37AA5374-1F6B-42D0-A11F-F03EDFBC39C4}" sibTransId="{83ADA0D1-E864-496D-AFB2-310066329FF1}"/>
    <dgm:cxn modelId="{799370EE-F28D-40EC-A449-43CDD138786B}" srcId="{F2C9E424-7C01-42FD-841F-C9E162E60D80}" destId="{B0C5B4FC-0C03-4C85-AA7A-3C7D38AD352A}" srcOrd="2" destOrd="0" parTransId="{EE001F17-FED3-4A68-8E9C-DCDFCFEC19AA}" sibTransId="{782D1ADC-B99A-42D4-BD9C-ABB45F42FAF2}"/>
    <dgm:cxn modelId="{A1000D2F-1654-4FDB-A5F1-6394B24B58A5}" type="presParOf" srcId="{112EE4D7-2E4F-467E-839A-BCA2D65F1CD3}" destId="{B794342C-E873-4CA1-893E-DDBD1600B193}" srcOrd="0" destOrd="0" presId="urn:microsoft.com/office/officeart/2018/5/layout/CenteredIconLabelDescriptionList"/>
    <dgm:cxn modelId="{D107A69A-BFA0-4D84-AB7F-64B7DE71FAC3}" type="presParOf" srcId="{B794342C-E873-4CA1-893E-DDBD1600B193}" destId="{5C3ED7D8-2355-4A09-BDE1-A75757B15997}" srcOrd="0" destOrd="0" presId="urn:microsoft.com/office/officeart/2018/5/layout/CenteredIconLabelDescriptionList"/>
    <dgm:cxn modelId="{0449F8E9-32E4-4C66-BFD2-89D348532FED}" type="presParOf" srcId="{B794342C-E873-4CA1-893E-DDBD1600B193}" destId="{DA6FB770-811E-4CF0-9365-364C3ED0CE6B}" srcOrd="1" destOrd="0" presId="urn:microsoft.com/office/officeart/2018/5/layout/CenteredIconLabelDescriptionList"/>
    <dgm:cxn modelId="{911ED46F-EA03-4346-9474-6CC7C66A8325}" type="presParOf" srcId="{B794342C-E873-4CA1-893E-DDBD1600B193}" destId="{95B79121-0861-4799-951B-2AE1A74FBA27}" srcOrd="2" destOrd="0" presId="urn:microsoft.com/office/officeart/2018/5/layout/CenteredIconLabelDescriptionList"/>
    <dgm:cxn modelId="{FF6B6258-68C2-4C55-8BE6-C70BC5A501A5}" type="presParOf" srcId="{B794342C-E873-4CA1-893E-DDBD1600B193}" destId="{E5E5DF33-1B0A-471E-BCFF-4B14168BA97B}" srcOrd="3" destOrd="0" presId="urn:microsoft.com/office/officeart/2018/5/layout/CenteredIconLabelDescriptionList"/>
    <dgm:cxn modelId="{63427C0F-38B2-47D8-82C2-DB47CA614156}" type="presParOf" srcId="{B794342C-E873-4CA1-893E-DDBD1600B193}" destId="{89096B36-9479-4628-B702-318F64C3206B}" srcOrd="4" destOrd="0" presId="urn:microsoft.com/office/officeart/2018/5/layout/CenteredIconLabelDescriptionList"/>
    <dgm:cxn modelId="{1139157B-2697-475D-90AD-C208C477FAD8}" type="presParOf" srcId="{112EE4D7-2E4F-467E-839A-BCA2D65F1CD3}" destId="{8A988C8C-7D7C-433C-AF85-AB6105E8A34E}" srcOrd="1" destOrd="0" presId="urn:microsoft.com/office/officeart/2018/5/layout/CenteredIconLabelDescriptionList"/>
    <dgm:cxn modelId="{1C2944CE-6234-4006-BC74-8A69920A1BB5}" type="presParOf" srcId="{112EE4D7-2E4F-467E-839A-BCA2D65F1CD3}" destId="{5E166F04-C0EB-435A-B9E2-7A3C4615ED9B}" srcOrd="2" destOrd="0" presId="urn:microsoft.com/office/officeart/2018/5/layout/CenteredIconLabelDescriptionList"/>
    <dgm:cxn modelId="{C1C9C0CA-27C9-44DF-B3C1-5799B1094AD1}" type="presParOf" srcId="{5E166F04-C0EB-435A-B9E2-7A3C4615ED9B}" destId="{54809CD2-6ADA-4D64-A7E4-273ABDA17F5F}" srcOrd="0" destOrd="0" presId="urn:microsoft.com/office/officeart/2018/5/layout/CenteredIconLabelDescriptionList"/>
    <dgm:cxn modelId="{BFAC3023-863B-480D-8AAA-BD89B9DA63E3}" type="presParOf" srcId="{5E166F04-C0EB-435A-B9E2-7A3C4615ED9B}" destId="{76C3E6D9-C80E-44D9-A871-D74D1D995E2E}" srcOrd="1" destOrd="0" presId="urn:microsoft.com/office/officeart/2018/5/layout/CenteredIconLabelDescriptionList"/>
    <dgm:cxn modelId="{77B0CAA7-DFC1-421A-A4CE-F3BC7D7761EF}" type="presParOf" srcId="{5E166F04-C0EB-435A-B9E2-7A3C4615ED9B}" destId="{169DF229-4326-4BBB-AC57-BF081DF3D3EF}" srcOrd="2" destOrd="0" presId="urn:microsoft.com/office/officeart/2018/5/layout/CenteredIconLabelDescriptionList"/>
    <dgm:cxn modelId="{31EE6E3C-72DB-4206-A17F-B9F29E40F5A6}" type="presParOf" srcId="{5E166F04-C0EB-435A-B9E2-7A3C4615ED9B}" destId="{AFAAB1B3-71F5-4DC9-85D0-9AA988F7AC5E}" srcOrd="3" destOrd="0" presId="urn:microsoft.com/office/officeart/2018/5/layout/CenteredIconLabelDescriptionList"/>
    <dgm:cxn modelId="{5A04F020-4CFE-4BA2-8F02-3904EFE29A97}" type="presParOf" srcId="{5E166F04-C0EB-435A-B9E2-7A3C4615ED9B}" destId="{A54B136F-E6E1-437E-B0BE-4891EE08DA0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94B879E8-8295-49FC-9E97-B8E48142E807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BBA7425-B797-4445-9103-7AF77C629699}">
      <dgm:prSet phldrT="[Text]"/>
      <dgm:spPr/>
      <dgm:t>
        <a:bodyPr/>
        <a:lstStyle/>
        <a:p>
          <a:r>
            <a:rPr lang="en-US" dirty="0"/>
            <a:t>40–60% faster response times</a:t>
          </a:r>
        </a:p>
      </dgm:t>
    </dgm:pt>
    <dgm:pt modelId="{5FCD8F0D-9E15-4916-8EAF-9D42F0EAA9AB}" type="parTrans" cxnId="{2E9421F3-A28F-4F9A-A1CF-440D9D248678}">
      <dgm:prSet/>
      <dgm:spPr/>
      <dgm:t>
        <a:bodyPr/>
        <a:lstStyle/>
        <a:p>
          <a:endParaRPr lang="en-US"/>
        </a:p>
      </dgm:t>
    </dgm:pt>
    <dgm:pt modelId="{980E1A4A-B1FE-4CD8-AF3E-AEB9508D8044}" type="sibTrans" cxnId="{2E9421F3-A28F-4F9A-A1CF-440D9D248678}">
      <dgm:prSet/>
      <dgm:spPr/>
      <dgm:t>
        <a:bodyPr/>
        <a:lstStyle/>
        <a:p>
          <a:endParaRPr lang="en-US"/>
        </a:p>
      </dgm:t>
    </dgm:pt>
    <dgm:pt modelId="{C87D7793-1E2B-45D9-A16A-68AF802909AA}">
      <dgm:prSet phldrT="[Text]"/>
      <dgm:spPr/>
      <dgm:t>
        <a:bodyPr/>
        <a:lstStyle/>
        <a:p>
          <a:r>
            <a:rPr lang="en-US" dirty="0"/>
            <a:t>Higher customer satisfaction</a:t>
          </a:r>
        </a:p>
      </dgm:t>
    </dgm:pt>
    <dgm:pt modelId="{019191E9-2B9C-4623-B5EA-C2454A74BB4B}" type="parTrans" cxnId="{AEE7A871-484E-48E0-B59C-B76DA9A543F4}">
      <dgm:prSet/>
      <dgm:spPr/>
      <dgm:t>
        <a:bodyPr/>
        <a:lstStyle/>
        <a:p>
          <a:endParaRPr lang="en-US"/>
        </a:p>
      </dgm:t>
    </dgm:pt>
    <dgm:pt modelId="{4869DCAB-EB91-4EDB-ABF1-CA0C189AC3E8}" type="sibTrans" cxnId="{AEE7A871-484E-48E0-B59C-B76DA9A543F4}">
      <dgm:prSet/>
      <dgm:spPr/>
      <dgm:t>
        <a:bodyPr/>
        <a:lstStyle/>
        <a:p>
          <a:endParaRPr lang="en-US"/>
        </a:p>
      </dgm:t>
    </dgm:pt>
    <dgm:pt modelId="{94EB3823-8F19-4224-979F-C49F59A6E2CA}">
      <dgm:prSet phldrT="[Text]"/>
      <dgm:spPr/>
      <dgm:t>
        <a:bodyPr/>
        <a:lstStyle/>
        <a:p>
          <a:r>
            <a:rPr lang="en-US" dirty="0"/>
            <a:t>Lower agent workload</a:t>
          </a:r>
        </a:p>
      </dgm:t>
    </dgm:pt>
    <dgm:pt modelId="{F9DE9EF3-3B8C-45B2-83F1-A53641F17BF8}" type="parTrans" cxnId="{36956663-0628-4D96-A77F-FBFD721F7003}">
      <dgm:prSet/>
      <dgm:spPr/>
      <dgm:t>
        <a:bodyPr/>
        <a:lstStyle/>
        <a:p>
          <a:endParaRPr lang="en-US"/>
        </a:p>
      </dgm:t>
    </dgm:pt>
    <dgm:pt modelId="{9ED69358-3C1E-421C-AC71-FB33087B9B3E}" type="sibTrans" cxnId="{36956663-0628-4D96-A77F-FBFD721F7003}">
      <dgm:prSet/>
      <dgm:spPr/>
      <dgm:t>
        <a:bodyPr/>
        <a:lstStyle/>
        <a:p>
          <a:endParaRPr lang="en-US"/>
        </a:p>
      </dgm:t>
    </dgm:pt>
    <dgm:pt modelId="{4AD3E049-5CCD-4B08-8259-4F757A4B320C}">
      <dgm:prSet/>
      <dgm:spPr/>
      <dgm:t>
        <a:bodyPr/>
        <a:lstStyle/>
        <a:p>
          <a:r>
            <a:rPr lang="en-US"/>
            <a:t>Higher first-contact resolution</a:t>
          </a:r>
          <a:endParaRPr lang="en-US" dirty="0"/>
        </a:p>
      </dgm:t>
    </dgm:pt>
    <dgm:pt modelId="{1BFC5362-FFAA-4752-85F5-56D31728122F}" type="parTrans" cxnId="{95BCDB7F-C1CD-4EF7-86F5-606B9C230798}">
      <dgm:prSet/>
      <dgm:spPr/>
      <dgm:t>
        <a:bodyPr/>
        <a:lstStyle/>
        <a:p>
          <a:endParaRPr lang="en-US"/>
        </a:p>
      </dgm:t>
    </dgm:pt>
    <dgm:pt modelId="{E97C589C-43E7-4913-9915-0625E95C6A81}" type="sibTrans" cxnId="{95BCDB7F-C1CD-4EF7-86F5-606B9C230798}">
      <dgm:prSet/>
      <dgm:spPr/>
      <dgm:t>
        <a:bodyPr/>
        <a:lstStyle/>
        <a:p>
          <a:endParaRPr lang="en-US"/>
        </a:p>
      </dgm:t>
    </dgm:pt>
    <dgm:pt modelId="{1FD3D868-8E72-47FD-94DC-91D7C4BC19EF}" type="pres">
      <dgm:prSet presAssocID="{94B879E8-8295-49FC-9E97-B8E48142E80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2C0CA68-21E2-45A6-9B44-616AD0402957}" type="pres">
      <dgm:prSet presAssocID="{7BBA7425-B797-4445-9103-7AF77C629699}" presName="hierRoot1" presStyleCnt="0"/>
      <dgm:spPr/>
    </dgm:pt>
    <dgm:pt modelId="{9C790440-B78B-4EB0-B3B9-9C9B84B79133}" type="pres">
      <dgm:prSet presAssocID="{7BBA7425-B797-4445-9103-7AF77C629699}" presName="composite" presStyleCnt="0"/>
      <dgm:spPr/>
    </dgm:pt>
    <dgm:pt modelId="{23FD8567-B55A-4BA9-B0AE-13726E7CAE2A}" type="pres">
      <dgm:prSet presAssocID="{7BBA7425-B797-4445-9103-7AF77C629699}" presName="background" presStyleLbl="node0" presStyleIdx="0" presStyleCnt="4"/>
      <dgm:spPr/>
    </dgm:pt>
    <dgm:pt modelId="{E0A3DCDC-9B01-4756-A55C-7C673FE607EB}" type="pres">
      <dgm:prSet presAssocID="{7BBA7425-B797-4445-9103-7AF77C629699}" presName="text" presStyleLbl="fgAcc0" presStyleIdx="0" presStyleCnt="4">
        <dgm:presLayoutVars>
          <dgm:chPref val="3"/>
        </dgm:presLayoutVars>
      </dgm:prSet>
      <dgm:spPr/>
    </dgm:pt>
    <dgm:pt modelId="{85B65962-50B1-4F4E-B4FD-9F7A4A2D9D9F}" type="pres">
      <dgm:prSet presAssocID="{7BBA7425-B797-4445-9103-7AF77C629699}" presName="hierChild2" presStyleCnt="0"/>
      <dgm:spPr/>
    </dgm:pt>
    <dgm:pt modelId="{57F2C19D-40AF-41F1-B160-86B7027F9546}" type="pres">
      <dgm:prSet presAssocID="{C87D7793-1E2B-45D9-A16A-68AF802909AA}" presName="hierRoot1" presStyleCnt="0"/>
      <dgm:spPr/>
    </dgm:pt>
    <dgm:pt modelId="{B6ADB8B1-808F-495E-A395-49068598E8D3}" type="pres">
      <dgm:prSet presAssocID="{C87D7793-1E2B-45D9-A16A-68AF802909AA}" presName="composite" presStyleCnt="0"/>
      <dgm:spPr/>
    </dgm:pt>
    <dgm:pt modelId="{0784225E-9DC9-489C-9EC3-ADEB0FD7E0C5}" type="pres">
      <dgm:prSet presAssocID="{C87D7793-1E2B-45D9-A16A-68AF802909AA}" presName="background" presStyleLbl="node0" presStyleIdx="1" presStyleCnt="4"/>
      <dgm:spPr/>
    </dgm:pt>
    <dgm:pt modelId="{F1C57896-E0C8-45C0-9F32-6EB1600852B7}" type="pres">
      <dgm:prSet presAssocID="{C87D7793-1E2B-45D9-A16A-68AF802909AA}" presName="text" presStyleLbl="fgAcc0" presStyleIdx="1" presStyleCnt="4">
        <dgm:presLayoutVars>
          <dgm:chPref val="3"/>
        </dgm:presLayoutVars>
      </dgm:prSet>
      <dgm:spPr/>
    </dgm:pt>
    <dgm:pt modelId="{C14E81FF-8FAD-47DF-B2B0-DBB4A102D0DC}" type="pres">
      <dgm:prSet presAssocID="{C87D7793-1E2B-45D9-A16A-68AF802909AA}" presName="hierChild2" presStyleCnt="0"/>
      <dgm:spPr/>
    </dgm:pt>
    <dgm:pt modelId="{CFD54022-326C-402D-963B-244CD8BF07C3}" type="pres">
      <dgm:prSet presAssocID="{94EB3823-8F19-4224-979F-C49F59A6E2CA}" presName="hierRoot1" presStyleCnt="0"/>
      <dgm:spPr/>
    </dgm:pt>
    <dgm:pt modelId="{4AB0DE86-0150-4C7D-B16D-2AE9FCC207AC}" type="pres">
      <dgm:prSet presAssocID="{94EB3823-8F19-4224-979F-C49F59A6E2CA}" presName="composite" presStyleCnt="0"/>
      <dgm:spPr/>
    </dgm:pt>
    <dgm:pt modelId="{B3ACE068-9515-4BFF-9403-34D74C7F66FE}" type="pres">
      <dgm:prSet presAssocID="{94EB3823-8F19-4224-979F-C49F59A6E2CA}" presName="background" presStyleLbl="node0" presStyleIdx="2" presStyleCnt="4"/>
      <dgm:spPr/>
    </dgm:pt>
    <dgm:pt modelId="{6F43B7BE-DBE6-4A50-9BF4-159A859F3DFA}" type="pres">
      <dgm:prSet presAssocID="{94EB3823-8F19-4224-979F-C49F59A6E2CA}" presName="text" presStyleLbl="fgAcc0" presStyleIdx="2" presStyleCnt="4">
        <dgm:presLayoutVars>
          <dgm:chPref val="3"/>
        </dgm:presLayoutVars>
      </dgm:prSet>
      <dgm:spPr/>
    </dgm:pt>
    <dgm:pt modelId="{6C1A3786-E3BB-4F92-9EE8-A45FED56ABE8}" type="pres">
      <dgm:prSet presAssocID="{94EB3823-8F19-4224-979F-C49F59A6E2CA}" presName="hierChild2" presStyleCnt="0"/>
      <dgm:spPr/>
    </dgm:pt>
    <dgm:pt modelId="{E7673C0C-CE6A-4E39-82F0-A4D259DCC698}" type="pres">
      <dgm:prSet presAssocID="{4AD3E049-5CCD-4B08-8259-4F757A4B320C}" presName="hierRoot1" presStyleCnt="0"/>
      <dgm:spPr/>
    </dgm:pt>
    <dgm:pt modelId="{A3242702-E213-4129-B670-87E5D07398DD}" type="pres">
      <dgm:prSet presAssocID="{4AD3E049-5CCD-4B08-8259-4F757A4B320C}" presName="composite" presStyleCnt="0"/>
      <dgm:spPr/>
    </dgm:pt>
    <dgm:pt modelId="{2BF1D8DF-0BD4-40D8-BA59-E72C29E5CC70}" type="pres">
      <dgm:prSet presAssocID="{4AD3E049-5CCD-4B08-8259-4F757A4B320C}" presName="background" presStyleLbl="node0" presStyleIdx="3" presStyleCnt="4"/>
      <dgm:spPr/>
    </dgm:pt>
    <dgm:pt modelId="{EA90D9F2-7971-409C-9FC1-DE308B6CBCF4}" type="pres">
      <dgm:prSet presAssocID="{4AD3E049-5CCD-4B08-8259-4F757A4B320C}" presName="text" presStyleLbl="fgAcc0" presStyleIdx="3" presStyleCnt="4">
        <dgm:presLayoutVars>
          <dgm:chPref val="3"/>
        </dgm:presLayoutVars>
      </dgm:prSet>
      <dgm:spPr/>
    </dgm:pt>
    <dgm:pt modelId="{91E095E1-8078-49EC-8BF4-E23BC3D60E22}" type="pres">
      <dgm:prSet presAssocID="{4AD3E049-5CCD-4B08-8259-4F757A4B320C}" presName="hierChild2" presStyleCnt="0"/>
      <dgm:spPr/>
    </dgm:pt>
  </dgm:ptLst>
  <dgm:cxnLst>
    <dgm:cxn modelId="{9D8ABC1B-4835-4FD5-B984-65E238EBFED0}" type="presOf" srcId="{94EB3823-8F19-4224-979F-C49F59A6E2CA}" destId="{6F43B7BE-DBE6-4A50-9BF4-159A859F3DFA}" srcOrd="0" destOrd="0" presId="urn:microsoft.com/office/officeart/2005/8/layout/hierarchy1"/>
    <dgm:cxn modelId="{36956663-0628-4D96-A77F-FBFD721F7003}" srcId="{94B879E8-8295-49FC-9E97-B8E48142E807}" destId="{94EB3823-8F19-4224-979F-C49F59A6E2CA}" srcOrd="2" destOrd="0" parTransId="{F9DE9EF3-3B8C-45B2-83F1-A53641F17BF8}" sibTransId="{9ED69358-3C1E-421C-AC71-FB33087B9B3E}"/>
    <dgm:cxn modelId="{AEE7A871-484E-48E0-B59C-B76DA9A543F4}" srcId="{94B879E8-8295-49FC-9E97-B8E48142E807}" destId="{C87D7793-1E2B-45D9-A16A-68AF802909AA}" srcOrd="1" destOrd="0" parTransId="{019191E9-2B9C-4623-B5EA-C2454A74BB4B}" sibTransId="{4869DCAB-EB91-4EDB-ABF1-CA0C189AC3E8}"/>
    <dgm:cxn modelId="{95BCDB7F-C1CD-4EF7-86F5-606B9C230798}" srcId="{94B879E8-8295-49FC-9E97-B8E48142E807}" destId="{4AD3E049-5CCD-4B08-8259-4F757A4B320C}" srcOrd="3" destOrd="0" parTransId="{1BFC5362-FFAA-4752-85F5-56D31728122F}" sibTransId="{E97C589C-43E7-4913-9915-0625E95C6A81}"/>
    <dgm:cxn modelId="{F49E718E-A788-43E9-95DC-95B6D531D714}" type="presOf" srcId="{7BBA7425-B797-4445-9103-7AF77C629699}" destId="{E0A3DCDC-9B01-4756-A55C-7C673FE607EB}" srcOrd="0" destOrd="0" presId="urn:microsoft.com/office/officeart/2005/8/layout/hierarchy1"/>
    <dgm:cxn modelId="{BCB07C8E-3C31-47D4-9632-99C0B56FED90}" type="presOf" srcId="{4AD3E049-5CCD-4B08-8259-4F757A4B320C}" destId="{EA90D9F2-7971-409C-9FC1-DE308B6CBCF4}" srcOrd="0" destOrd="0" presId="urn:microsoft.com/office/officeart/2005/8/layout/hierarchy1"/>
    <dgm:cxn modelId="{4C23F4B4-1022-4687-83FD-C0F22F2D6342}" type="presOf" srcId="{C87D7793-1E2B-45D9-A16A-68AF802909AA}" destId="{F1C57896-E0C8-45C0-9F32-6EB1600852B7}" srcOrd="0" destOrd="0" presId="urn:microsoft.com/office/officeart/2005/8/layout/hierarchy1"/>
    <dgm:cxn modelId="{783FE5D5-2990-4B53-96AD-9CF1476A9369}" type="presOf" srcId="{94B879E8-8295-49FC-9E97-B8E48142E807}" destId="{1FD3D868-8E72-47FD-94DC-91D7C4BC19EF}" srcOrd="0" destOrd="0" presId="urn:microsoft.com/office/officeart/2005/8/layout/hierarchy1"/>
    <dgm:cxn modelId="{2E9421F3-A28F-4F9A-A1CF-440D9D248678}" srcId="{94B879E8-8295-49FC-9E97-B8E48142E807}" destId="{7BBA7425-B797-4445-9103-7AF77C629699}" srcOrd="0" destOrd="0" parTransId="{5FCD8F0D-9E15-4916-8EAF-9D42F0EAA9AB}" sibTransId="{980E1A4A-B1FE-4CD8-AF3E-AEB9508D8044}"/>
    <dgm:cxn modelId="{E88125B3-C8C3-4C69-BD60-33FCA9DB66D5}" type="presParOf" srcId="{1FD3D868-8E72-47FD-94DC-91D7C4BC19EF}" destId="{B2C0CA68-21E2-45A6-9B44-616AD0402957}" srcOrd="0" destOrd="0" presId="urn:microsoft.com/office/officeart/2005/8/layout/hierarchy1"/>
    <dgm:cxn modelId="{C622D038-EBE6-4ACF-84CA-75208771DE82}" type="presParOf" srcId="{B2C0CA68-21E2-45A6-9B44-616AD0402957}" destId="{9C790440-B78B-4EB0-B3B9-9C9B84B79133}" srcOrd="0" destOrd="0" presId="urn:microsoft.com/office/officeart/2005/8/layout/hierarchy1"/>
    <dgm:cxn modelId="{8F64CC9B-25ED-4507-BA24-1872BC6F3616}" type="presParOf" srcId="{9C790440-B78B-4EB0-B3B9-9C9B84B79133}" destId="{23FD8567-B55A-4BA9-B0AE-13726E7CAE2A}" srcOrd="0" destOrd="0" presId="urn:microsoft.com/office/officeart/2005/8/layout/hierarchy1"/>
    <dgm:cxn modelId="{DBC121E0-0DD4-42FB-ACE4-A628BD1B1AFD}" type="presParOf" srcId="{9C790440-B78B-4EB0-B3B9-9C9B84B79133}" destId="{E0A3DCDC-9B01-4756-A55C-7C673FE607EB}" srcOrd="1" destOrd="0" presId="urn:microsoft.com/office/officeart/2005/8/layout/hierarchy1"/>
    <dgm:cxn modelId="{6AC2726D-AC52-4339-9382-135F90432C94}" type="presParOf" srcId="{B2C0CA68-21E2-45A6-9B44-616AD0402957}" destId="{85B65962-50B1-4F4E-B4FD-9F7A4A2D9D9F}" srcOrd="1" destOrd="0" presId="urn:microsoft.com/office/officeart/2005/8/layout/hierarchy1"/>
    <dgm:cxn modelId="{83F80C59-2FC4-44C4-BB58-2F0F80AAE097}" type="presParOf" srcId="{1FD3D868-8E72-47FD-94DC-91D7C4BC19EF}" destId="{57F2C19D-40AF-41F1-B160-86B7027F9546}" srcOrd="1" destOrd="0" presId="urn:microsoft.com/office/officeart/2005/8/layout/hierarchy1"/>
    <dgm:cxn modelId="{F19BEF12-9F56-44ED-B000-BA1199AAE36E}" type="presParOf" srcId="{57F2C19D-40AF-41F1-B160-86B7027F9546}" destId="{B6ADB8B1-808F-495E-A395-49068598E8D3}" srcOrd="0" destOrd="0" presId="urn:microsoft.com/office/officeart/2005/8/layout/hierarchy1"/>
    <dgm:cxn modelId="{DF4CED27-FEF5-45AB-B727-7E73854929C6}" type="presParOf" srcId="{B6ADB8B1-808F-495E-A395-49068598E8D3}" destId="{0784225E-9DC9-489C-9EC3-ADEB0FD7E0C5}" srcOrd="0" destOrd="0" presId="urn:microsoft.com/office/officeart/2005/8/layout/hierarchy1"/>
    <dgm:cxn modelId="{754E55AA-F8DB-4A69-927E-9DB280CACCFA}" type="presParOf" srcId="{B6ADB8B1-808F-495E-A395-49068598E8D3}" destId="{F1C57896-E0C8-45C0-9F32-6EB1600852B7}" srcOrd="1" destOrd="0" presId="urn:microsoft.com/office/officeart/2005/8/layout/hierarchy1"/>
    <dgm:cxn modelId="{5AED8009-3E55-43A5-9E35-3E66A59763D3}" type="presParOf" srcId="{57F2C19D-40AF-41F1-B160-86B7027F9546}" destId="{C14E81FF-8FAD-47DF-B2B0-DBB4A102D0DC}" srcOrd="1" destOrd="0" presId="urn:microsoft.com/office/officeart/2005/8/layout/hierarchy1"/>
    <dgm:cxn modelId="{60E48A1B-91B9-404C-B02B-E6E60E85C6C8}" type="presParOf" srcId="{1FD3D868-8E72-47FD-94DC-91D7C4BC19EF}" destId="{CFD54022-326C-402D-963B-244CD8BF07C3}" srcOrd="2" destOrd="0" presId="urn:microsoft.com/office/officeart/2005/8/layout/hierarchy1"/>
    <dgm:cxn modelId="{593F7291-879D-44E4-9998-373F53C95BC6}" type="presParOf" srcId="{CFD54022-326C-402D-963B-244CD8BF07C3}" destId="{4AB0DE86-0150-4C7D-B16D-2AE9FCC207AC}" srcOrd="0" destOrd="0" presId="urn:microsoft.com/office/officeart/2005/8/layout/hierarchy1"/>
    <dgm:cxn modelId="{C4179053-2140-4D77-972F-0BBEA5839A36}" type="presParOf" srcId="{4AB0DE86-0150-4C7D-B16D-2AE9FCC207AC}" destId="{B3ACE068-9515-4BFF-9403-34D74C7F66FE}" srcOrd="0" destOrd="0" presId="urn:microsoft.com/office/officeart/2005/8/layout/hierarchy1"/>
    <dgm:cxn modelId="{2C9BE4DF-6D64-4A21-9410-BB19FBD20986}" type="presParOf" srcId="{4AB0DE86-0150-4C7D-B16D-2AE9FCC207AC}" destId="{6F43B7BE-DBE6-4A50-9BF4-159A859F3DFA}" srcOrd="1" destOrd="0" presId="urn:microsoft.com/office/officeart/2005/8/layout/hierarchy1"/>
    <dgm:cxn modelId="{B9F129DF-3113-45CD-87FE-958E33446DE8}" type="presParOf" srcId="{CFD54022-326C-402D-963B-244CD8BF07C3}" destId="{6C1A3786-E3BB-4F92-9EE8-A45FED56ABE8}" srcOrd="1" destOrd="0" presId="urn:microsoft.com/office/officeart/2005/8/layout/hierarchy1"/>
    <dgm:cxn modelId="{76742FD0-2ABC-4D1E-806D-A02F730CF5AD}" type="presParOf" srcId="{1FD3D868-8E72-47FD-94DC-91D7C4BC19EF}" destId="{E7673C0C-CE6A-4E39-82F0-A4D259DCC698}" srcOrd="3" destOrd="0" presId="urn:microsoft.com/office/officeart/2005/8/layout/hierarchy1"/>
    <dgm:cxn modelId="{429B8717-E6C1-42F5-ABA0-70E98D341A67}" type="presParOf" srcId="{E7673C0C-CE6A-4E39-82F0-A4D259DCC698}" destId="{A3242702-E213-4129-B670-87E5D07398DD}" srcOrd="0" destOrd="0" presId="urn:microsoft.com/office/officeart/2005/8/layout/hierarchy1"/>
    <dgm:cxn modelId="{BBBF8FC1-BC84-4382-95D1-CC188040F977}" type="presParOf" srcId="{A3242702-E213-4129-B670-87E5D07398DD}" destId="{2BF1D8DF-0BD4-40D8-BA59-E72C29E5CC70}" srcOrd="0" destOrd="0" presId="urn:microsoft.com/office/officeart/2005/8/layout/hierarchy1"/>
    <dgm:cxn modelId="{8EF963C7-337E-4280-AAEC-D7E08A40AE83}" type="presParOf" srcId="{A3242702-E213-4129-B670-87E5D07398DD}" destId="{EA90D9F2-7971-409C-9FC1-DE308B6CBCF4}" srcOrd="1" destOrd="0" presId="urn:microsoft.com/office/officeart/2005/8/layout/hierarchy1"/>
    <dgm:cxn modelId="{A44F1F6D-605B-4307-A132-F7942E1555CC}" type="presParOf" srcId="{E7673C0C-CE6A-4E39-82F0-A4D259DCC698}" destId="{91E095E1-8078-49EC-8BF4-E23BC3D60E2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0184E222-B44A-4F8F-9D1C-285FB8AB9D0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4068E3A-304D-4E12-BD9B-6C1E8AF1645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AI improves efficiency and experience</a:t>
          </a:r>
        </a:p>
      </dgm:t>
    </dgm:pt>
    <dgm:pt modelId="{F1DC1F1D-E02E-4389-AD06-87DB9D765ACA}" type="parTrans" cxnId="{B5E916FE-105E-4487-A4AA-85F5E95DE2E3}">
      <dgm:prSet/>
      <dgm:spPr/>
      <dgm:t>
        <a:bodyPr/>
        <a:lstStyle/>
        <a:p>
          <a:endParaRPr lang="en-US"/>
        </a:p>
      </dgm:t>
    </dgm:pt>
    <dgm:pt modelId="{FE8FB134-1783-4FE4-9868-6D33924FA1BE}" type="sibTrans" cxnId="{B5E916FE-105E-4487-A4AA-85F5E95DE2E3}">
      <dgm:prSet/>
      <dgm:spPr/>
      <dgm:t>
        <a:bodyPr/>
        <a:lstStyle/>
        <a:p>
          <a:endParaRPr lang="en-US"/>
        </a:p>
      </dgm:t>
    </dgm:pt>
    <dgm:pt modelId="{6C241462-E1FA-44A4-B4DE-1EB13CD38DF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Implement chatbot and ticket AI</a:t>
          </a:r>
        </a:p>
      </dgm:t>
    </dgm:pt>
    <dgm:pt modelId="{88A3D9DC-576A-4243-8265-89472F273983}" type="parTrans" cxnId="{B406ACFD-0060-4136-A166-27F756099B9A}">
      <dgm:prSet/>
      <dgm:spPr/>
      <dgm:t>
        <a:bodyPr/>
        <a:lstStyle/>
        <a:p>
          <a:endParaRPr lang="en-US"/>
        </a:p>
      </dgm:t>
    </dgm:pt>
    <dgm:pt modelId="{846798E0-15E6-41DA-8D69-773CCC03A924}" type="sibTrans" cxnId="{B406ACFD-0060-4136-A166-27F756099B9A}">
      <dgm:prSet/>
      <dgm:spPr/>
      <dgm:t>
        <a:bodyPr/>
        <a:lstStyle/>
        <a:p>
          <a:endParaRPr lang="en-US"/>
        </a:p>
      </dgm:t>
    </dgm:pt>
    <dgm:pt modelId="{A1D31A63-7C2F-4A75-8A0C-17657638602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Monitor metrics</a:t>
          </a:r>
        </a:p>
      </dgm:t>
    </dgm:pt>
    <dgm:pt modelId="{530162B4-AC6E-4F13-AC24-0E4FCCCC5884}" type="parTrans" cxnId="{00E13EA5-9EA6-4D82-AD38-3DBB1F1E1084}">
      <dgm:prSet/>
      <dgm:spPr/>
      <dgm:t>
        <a:bodyPr/>
        <a:lstStyle/>
        <a:p>
          <a:endParaRPr lang="en-US"/>
        </a:p>
      </dgm:t>
    </dgm:pt>
    <dgm:pt modelId="{3A76939B-BBC0-4FB0-8E24-9AFBAA1D2A5D}" type="sibTrans" cxnId="{00E13EA5-9EA6-4D82-AD38-3DBB1F1E1084}">
      <dgm:prSet/>
      <dgm:spPr/>
      <dgm:t>
        <a:bodyPr/>
        <a:lstStyle/>
        <a:p>
          <a:endParaRPr lang="en-US"/>
        </a:p>
      </dgm:t>
    </dgm:pt>
    <dgm:pt modelId="{B848B09A-4967-4C1F-9271-AE52E79342F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Expand AI capabilities</a:t>
          </a:r>
        </a:p>
      </dgm:t>
    </dgm:pt>
    <dgm:pt modelId="{E67D6DE6-DFCF-4EBA-BA32-B091C8741F41}" type="parTrans" cxnId="{19140E51-53FC-47F2-8B94-A108DEA151EE}">
      <dgm:prSet/>
      <dgm:spPr/>
      <dgm:t>
        <a:bodyPr/>
        <a:lstStyle/>
        <a:p>
          <a:endParaRPr lang="en-US"/>
        </a:p>
      </dgm:t>
    </dgm:pt>
    <dgm:pt modelId="{462F840B-5A5F-411E-B8A2-6A7BE22B2935}" type="sibTrans" cxnId="{19140E51-53FC-47F2-8B94-A108DEA151EE}">
      <dgm:prSet/>
      <dgm:spPr/>
      <dgm:t>
        <a:bodyPr/>
        <a:lstStyle/>
        <a:p>
          <a:endParaRPr lang="en-US"/>
        </a:p>
      </dgm:t>
    </dgm:pt>
    <dgm:pt modelId="{46B74099-34BD-4EA9-8144-06184088E9B5}" type="pres">
      <dgm:prSet presAssocID="{0184E222-B44A-4F8F-9D1C-285FB8AB9D03}" presName="root" presStyleCnt="0">
        <dgm:presLayoutVars>
          <dgm:dir/>
          <dgm:resizeHandles val="exact"/>
        </dgm:presLayoutVars>
      </dgm:prSet>
      <dgm:spPr/>
    </dgm:pt>
    <dgm:pt modelId="{B8816BBC-2FBD-4646-84AE-77EF775913E8}" type="pres">
      <dgm:prSet presAssocID="{A4068E3A-304D-4E12-BD9B-6C1E8AF16451}" presName="compNode" presStyleCnt="0"/>
      <dgm:spPr/>
    </dgm:pt>
    <dgm:pt modelId="{A2EB11AA-20B4-4F7A-9407-38EAB736B37D}" type="pres">
      <dgm:prSet presAssocID="{A4068E3A-304D-4E12-BD9B-6C1E8AF16451}" presName="iconBgRect" presStyleLbl="bgShp" presStyleIdx="0" presStyleCnt="4"/>
      <dgm:spPr/>
    </dgm:pt>
    <dgm:pt modelId="{C1870BBC-746B-489A-99E5-B42831EB3BE7}" type="pres">
      <dgm:prSet presAssocID="{A4068E3A-304D-4E12-BD9B-6C1E8AF1645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F770BE48-5866-49B0-80FD-6403CBD15163}" type="pres">
      <dgm:prSet presAssocID="{A4068E3A-304D-4E12-BD9B-6C1E8AF16451}" presName="spaceRect" presStyleCnt="0"/>
      <dgm:spPr/>
    </dgm:pt>
    <dgm:pt modelId="{90C6AE41-37FF-4C1F-9D3B-0A180AB5621E}" type="pres">
      <dgm:prSet presAssocID="{A4068E3A-304D-4E12-BD9B-6C1E8AF16451}" presName="textRect" presStyleLbl="revTx" presStyleIdx="0" presStyleCnt="4">
        <dgm:presLayoutVars>
          <dgm:chMax val="1"/>
          <dgm:chPref val="1"/>
        </dgm:presLayoutVars>
      </dgm:prSet>
      <dgm:spPr/>
    </dgm:pt>
    <dgm:pt modelId="{4BFB513A-2C90-4F09-B7EE-FFC04ED4BF59}" type="pres">
      <dgm:prSet presAssocID="{FE8FB134-1783-4FE4-9868-6D33924FA1BE}" presName="sibTrans" presStyleCnt="0"/>
      <dgm:spPr/>
    </dgm:pt>
    <dgm:pt modelId="{EDB7E7DD-264B-4300-99BE-320093AA2252}" type="pres">
      <dgm:prSet presAssocID="{6C241462-E1FA-44A4-B4DE-1EB13CD38DF8}" presName="compNode" presStyleCnt="0"/>
      <dgm:spPr/>
    </dgm:pt>
    <dgm:pt modelId="{F6E0C059-349F-4C23-8702-0EB8A6195BCD}" type="pres">
      <dgm:prSet presAssocID="{6C241462-E1FA-44A4-B4DE-1EB13CD38DF8}" presName="iconBgRect" presStyleLbl="bgShp" presStyleIdx="1" presStyleCnt="4"/>
      <dgm:spPr/>
    </dgm:pt>
    <dgm:pt modelId="{28DB1B2C-5F55-4ED6-91F6-BD868967964F}" type="pres">
      <dgm:prSet presAssocID="{6C241462-E1FA-44A4-B4DE-1EB13CD38DF8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A9E9EB7E-6049-4CC7-8EB3-364995048223}" type="pres">
      <dgm:prSet presAssocID="{6C241462-E1FA-44A4-B4DE-1EB13CD38DF8}" presName="spaceRect" presStyleCnt="0"/>
      <dgm:spPr/>
    </dgm:pt>
    <dgm:pt modelId="{D81D90E7-CB85-4003-BA03-15B81BE7689F}" type="pres">
      <dgm:prSet presAssocID="{6C241462-E1FA-44A4-B4DE-1EB13CD38DF8}" presName="textRect" presStyleLbl="revTx" presStyleIdx="1" presStyleCnt="4">
        <dgm:presLayoutVars>
          <dgm:chMax val="1"/>
          <dgm:chPref val="1"/>
        </dgm:presLayoutVars>
      </dgm:prSet>
      <dgm:spPr/>
    </dgm:pt>
    <dgm:pt modelId="{89D665DA-BA97-4685-B450-8320C298264A}" type="pres">
      <dgm:prSet presAssocID="{846798E0-15E6-41DA-8D69-773CCC03A924}" presName="sibTrans" presStyleCnt="0"/>
      <dgm:spPr/>
    </dgm:pt>
    <dgm:pt modelId="{76592E98-3CAB-439D-8339-BAF1BCB3F60B}" type="pres">
      <dgm:prSet presAssocID="{A1D31A63-7C2F-4A75-8A0C-17657638602C}" presName="compNode" presStyleCnt="0"/>
      <dgm:spPr/>
    </dgm:pt>
    <dgm:pt modelId="{7D14B131-B089-4450-8D01-C523C6D93346}" type="pres">
      <dgm:prSet presAssocID="{A1D31A63-7C2F-4A75-8A0C-17657638602C}" presName="iconBgRect" presStyleLbl="bgShp" presStyleIdx="2" presStyleCnt="4"/>
      <dgm:spPr/>
    </dgm:pt>
    <dgm:pt modelId="{F8660499-4CA3-43B0-B3D1-D5F3D7FED98F}" type="pres">
      <dgm:prSet presAssocID="{A1D31A63-7C2F-4A75-8A0C-17657638602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8E0BC794-640C-4A8B-9725-ACE7C696116A}" type="pres">
      <dgm:prSet presAssocID="{A1D31A63-7C2F-4A75-8A0C-17657638602C}" presName="spaceRect" presStyleCnt="0"/>
      <dgm:spPr/>
    </dgm:pt>
    <dgm:pt modelId="{F8F3E998-C72F-4F96-BB84-1EFE4BE15E22}" type="pres">
      <dgm:prSet presAssocID="{A1D31A63-7C2F-4A75-8A0C-17657638602C}" presName="textRect" presStyleLbl="revTx" presStyleIdx="2" presStyleCnt="4">
        <dgm:presLayoutVars>
          <dgm:chMax val="1"/>
          <dgm:chPref val="1"/>
        </dgm:presLayoutVars>
      </dgm:prSet>
      <dgm:spPr/>
    </dgm:pt>
    <dgm:pt modelId="{C19B4592-034A-4FE2-B9B1-2D5DE3A9A99D}" type="pres">
      <dgm:prSet presAssocID="{3A76939B-BBC0-4FB0-8E24-9AFBAA1D2A5D}" presName="sibTrans" presStyleCnt="0"/>
      <dgm:spPr/>
    </dgm:pt>
    <dgm:pt modelId="{D103D270-3C1B-4A2D-8FB0-4B26B8F6E8E2}" type="pres">
      <dgm:prSet presAssocID="{B848B09A-4967-4C1F-9271-AE52E79342F6}" presName="compNode" presStyleCnt="0"/>
      <dgm:spPr/>
    </dgm:pt>
    <dgm:pt modelId="{EB9963EC-735F-42B8-BA6B-3D2DADD8B52C}" type="pres">
      <dgm:prSet presAssocID="{B848B09A-4967-4C1F-9271-AE52E79342F6}" presName="iconBgRect" presStyleLbl="bgShp" presStyleIdx="3" presStyleCnt="4"/>
      <dgm:spPr/>
    </dgm:pt>
    <dgm:pt modelId="{F7F21AEF-F1E1-46D2-B8E8-B4770A63D87F}" type="pres">
      <dgm:prSet presAssocID="{B848B09A-4967-4C1F-9271-AE52E79342F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D112B4E5-77D8-42C5-9936-DBF6EB8822C4}" type="pres">
      <dgm:prSet presAssocID="{B848B09A-4967-4C1F-9271-AE52E79342F6}" presName="spaceRect" presStyleCnt="0"/>
      <dgm:spPr/>
    </dgm:pt>
    <dgm:pt modelId="{0FB8C465-3B7B-4688-B022-2E07DC20A004}" type="pres">
      <dgm:prSet presAssocID="{B848B09A-4967-4C1F-9271-AE52E79342F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9720734-F37E-4112-A4E7-B7FD8DD9A9E6}" type="presOf" srcId="{A4068E3A-304D-4E12-BD9B-6C1E8AF16451}" destId="{90C6AE41-37FF-4C1F-9D3B-0A180AB5621E}" srcOrd="0" destOrd="0" presId="urn:microsoft.com/office/officeart/2018/5/layout/IconCircleLabelList"/>
    <dgm:cxn modelId="{6A83FA41-83C6-4ED9-8606-3F345CFC8D97}" type="presOf" srcId="{6C241462-E1FA-44A4-B4DE-1EB13CD38DF8}" destId="{D81D90E7-CB85-4003-BA03-15B81BE7689F}" srcOrd="0" destOrd="0" presId="urn:microsoft.com/office/officeart/2018/5/layout/IconCircleLabelList"/>
    <dgm:cxn modelId="{842B7F4B-BDC9-49BA-88CC-69685ECA3C30}" type="presOf" srcId="{0184E222-B44A-4F8F-9D1C-285FB8AB9D03}" destId="{46B74099-34BD-4EA9-8144-06184088E9B5}" srcOrd="0" destOrd="0" presId="urn:microsoft.com/office/officeart/2018/5/layout/IconCircleLabelList"/>
    <dgm:cxn modelId="{19140E51-53FC-47F2-8B94-A108DEA151EE}" srcId="{0184E222-B44A-4F8F-9D1C-285FB8AB9D03}" destId="{B848B09A-4967-4C1F-9271-AE52E79342F6}" srcOrd="3" destOrd="0" parTransId="{E67D6DE6-DFCF-4EBA-BA32-B091C8741F41}" sibTransId="{462F840B-5A5F-411E-B8A2-6A7BE22B2935}"/>
    <dgm:cxn modelId="{00E13EA5-9EA6-4D82-AD38-3DBB1F1E1084}" srcId="{0184E222-B44A-4F8F-9D1C-285FB8AB9D03}" destId="{A1D31A63-7C2F-4A75-8A0C-17657638602C}" srcOrd="2" destOrd="0" parTransId="{530162B4-AC6E-4F13-AC24-0E4FCCCC5884}" sibTransId="{3A76939B-BBC0-4FB0-8E24-9AFBAA1D2A5D}"/>
    <dgm:cxn modelId="{BE3E1CB4-E759-4DC7-926A-9D6526DF5925}" type="presOf" srcId="{B848B09A-4967-4C1F-9271-AE52E79342F6}" destId="{0FB8C465-3B7B-4688-B022-2E07DC20A004}" srcOrd="0" destOrd="0" presId="urn:microsoft.com/office/officeart/2018/5/layout/IconCircleLabelList"/>
    <dgm:cxn modelId="{74817ECF-D00F-44B9-902F-1A3A2A16FFE8}" type="presOf" srcId="{A1D31A63-7C2F-4A75-8A0C-17657638602C}" destId="{F8F3E998-C72F-4F96-BB84-1EFE4BE15E22}" srcOrd="0" destOrd="0" presId="urn:microsoft.com/office/officeart/2018/5/layout/IconCircleLabelList"/>
    <dgm:cxn modelId="{B406ACFD-0060-4136-A166-27F756099B9A}" srcId="{0184E222-B44A-4F8F-9D1C-285FB8AB9D03}" destId="{6C241462-E1FA-44A4-B4DE-1EB13CD38DF8}" srcOrd="1" destOrd="0" parTransId="{88A3D9DC-576A-4243-8265-89472F273983}" sibTransId="{846798E0-15E6-41DA-8D69-773CCC03A924}"/>
    <dgm:cxn modelId="{B5E916FE-105E-4487-A4AA-85F5E95DE2E3}" srcId="{0184E222-B44A-4F8F-9D1C-285FB8AB9D03}" destId="{A4068E3A-304D-4E12-BD9B-6C1E8AF16451}" srcOrd="0" destOrd="0" parTransId="{F1DC1F1D-E02E-4389-AD06-87DB9D765ACA}" sibTransId="{FE8FB134-1783-4FE4-9868-6D33924FA1BE}"/>
    <dgm:cxn modelId="{37815EBE-628E-4C24-AAD7-BFD68B1A96A2}" type="presParOf" srcId="{46B74099-34BD-4EA9-8144-06184088E9B5}" destId="{B8816BBC-2FBD-4646-84AE-77EF775913E8}" srcOrd="0" destOrd="0" presId="urn:microsoft.com/office/officeart/2018/5/layout/IconCircleLabelList"/>
    <dgm:cxn modelId="{29234927-5FBC-4DB0-8592-3C203D1CF36A}" type="presParOf" srcId="{B8816BBC-2FBD-4646-84AE-77EF775913E8}" destId="{A2EB11AA-20B4-4F7A-9407-38EAB736B37D}" srcOrd="0" destOrd="0" presId="urn:microsoft.com/office/officeart/2018/5/layout/IconCircleLabelList"/>
    <dgm:cxn modelId="{5458BE87-687E-4625-B319-FD3061D621FA}" type="presParOf" srcId="{B8816BBC-2FBD-4646-84AE-77EF775913E8}" destId="{C1870BBC-746B-489A-99E5-B42831EB3BE7}" srcOrd="1" destOrd="0" presId="urn:microsoft.com/office/officeart/2018/5/layout/IconCircleLabelList"/>
    <dgm:cxn modelId="{E3FA127E-D58B-486E-BADC-27C25537B31C}" type="presParOf" srcId="{B8816BBC-2FBD-4646-84AE-77EF775913E8}" destId="{F770BE48-5866-49B0-80FD-6403CBD15163}" srcOrd="2" destOrd="0" presId="urn:microsoft.com/office/officeart/2018/5/layout/IconCircleLabelList"/>
    <dgm:cxn modelId="{482E0D8F-5FD5-45D5-8AC6-0DC1244C8705}" type="presParOf" srcId="{B8816BBC-2FBD-4646-84AE-77EF775913E8}" destId="{90C6AE41-37FF-4C1F-9D3B-0A180AB5621E}" srcOrd="3" destOrd="0" presId="urn:microsoft.com/office/officeart/2018/5/layout/IconCircleLabelList"/>
    <dgm:cxn modelId="{91F1BB29-60FC-4DCC-8900-179FBF8FDB6C}" type="presParOf" srcId="{46B74099-34BD-4EA9-8144-06184088E9B5}" destId="{4BFB513A-2C90-4F09-B7EE-FFC04ED4BF59}" srcOrd="1" destOrd="0" presId="urn:microsoft.com/office/officeart/2018/5/layout/IconCircleLabelList"/>
    <dgm:cxn modelId="{C398A098-950D-484D-BED5-A9B0C458FB96}" type="presParOf" srcId="{46B74099-34BD-4EA9-8144-06184088E9B5}" destId="{EDB7E7DD-264B-4300-99BE-320093AA2252}" srcOrd="2" destOrd="0" presId="urn:microsoft.com/office/officeart/2018/5/layout/IconCircleLabelList"/>
    <dgm:cxn modelId="{AF4DD541-1B8E-4A33-84BC-F45C3A083002}" type="presParOf" srcId="{EDB7E7DD-264B-4300-99BE-320093AA2252}" destId="{F6E0C059-349F-4C23-8702-0EB8A6195BCD}" srcOrd="0" destOrd="0" presId="urn:microsoft.com/office/officeart/2018/5/layout/IconCircleLabelList"/>
    <dgm:cxn modelId="{26022B1E-9341-40C7-B8FB-A4EDA285B5CC}" type="presParOf" srcId="{EDB7E7DD-264B-4300-99BE-320093AA2252}" destId="{28DB1B2C-5F55-4ED6-91F6-BD868967964F}" srcOrd="1" destOrd="0" presId="urn:microsoft.com/office/officeart/2018/5/layout/IconCircleLabelList"/>
    <dgm:cxn modelId="{E21E2C94-239C-43E1-8134-7800B181FEF2}" type="presParOf" srcId="{EDB7E7DD-264B-4300-99BE-320093AA2252}" destId="{A9E9EB7E-6049-4CC7-8EB3-364995048223}" srcOrd="2" destOrd="0" presId="urn:microsoft.com/office/officeart/2018/5/layout/IconCircleLabelList"/>
    <dgm:cxn modelId="{70035232-E961-4A21-939E-B15118608EBD}" type="presParOf" srcId="{EDB7E7DD-264B-4300-99BE-320093AA2252}" destId="{D81D90E7-CB85-4003-BA03-15B81BE7689F}" srcOrd="3" destOrd="0" presId="urn:microsoft.com/office/officeart/2018/5/layout/IconCircleLabelList"/>
    <dgm:cxn modelId="{A20D27F4-A2E5-4703-8EA4-77904A528D2D}" type="presParOf" srcId="{46B74099-34BD-4EA9-8144-06184088E9B5}" destId="{89D665DA-BA97-4685-B450-8320C298264A}" srcOrd="3" destOrd="0" presId="urn:microsoft.com/office/officeart/2018/5/layout/IconCircleLabelList"/>
    <dgm:cxn modelId="{05018D83-09B9-47C3-BC30-7A5CA18C4F83}" type="presParOf" srcId="{46B74099-34BD-4EA9-8144-06184088E9B5}" destId="{76592E98-3CAB-439D-8339-BAF1BCB3F60B}" srcOrd="4" destOrd="0" presId="urn:microsoft.com/office/officeart/2018/5/layout/IconCircleLabelList"/>
    <dgm:cxn modelId="{2A4E8053-8642-4ABC-9936-E146339A83A3}" type="presParOf" srcId="{76592E98-3CAB-439D-8339-BAF1BCB3F60B}" destId="{7D14B131-B089-4450-8D01-C523C6D93346}" srcOrd="0" destOrd="0" presId="urn:microsoft.com/office/officeart/2018/5/layout/IconCircleLabelList"/>
    <dgm:cxn modelId="{3DDF73FB-7643-45ED-9FF2-260B504FA7F8}" type="presParOf" srcId="{76592E98-3CAB-439D-8339-BAF1BCB3F60B}" destId="{F8660499-4CA3-43B0-B3D1-D5F3D7FED98F}" srcOrd="1" destOrd="0" presId="urn:microsoft.com/office/officeart/2018/5/layout/IconCircleLabelList"/>
    <dgm:cxn modelId="{FE061B2D-0633-434C-86A4-D5F73A3FF732}" type="presParOf" srcId="{76592E98-3CAB-439D-8339-BAF1BCB3F60B}" destId="{8E0BC794-640C-4A8B-9725-ACE7C696116A}" srcOrd="2" destOrd="0" presId="urn:microsoft.com/office/officeart/2018/5/layout/IconCircleLabelList"/>
    <dgm:cxn modelId="{377101EA-DDC5-412A-A92E-28A330F50BF9}" type="presParOf" srcId="{76592E98-3CAB-439D-8339-BAF1BCB3F60B}" destId="{F8F3E998-C72F-4F96-BB84-1EFE4BE15E22}" srcOrd="3" destOrd="0" presId="urn:microsoft.com/office/officeart/2018/5/layout/IconCircleLabelList"/>
    <dgm:cxn modelId="{0628498C-A473-4CCA-9290-758C5C21DCF0}" type="presParOf" srcId="{46B74099-34BD-4EA9-8144-06184088E9B5}" destId="{C19B4592-034A-4FE2-B9B1-2D5DE3A9A99D}" srcOrd="5" destOrd="0" presId="urn:microsoft.com/office/officeart/2018/5/layout/IconCircleLabelList"/>
    <dgm:cxn modelId="{8B7A72AF-68FF-4F7D-A9C6-C24403890D8E}" type="presParOf" srcId="{46B74099-34BD-4EA9-8144-06184088E9B5}" destId="{D103D270-3C1B-4A2D-8FB0-4B26B8F6E8E2}" srcOrd="6" destOrd="0" presId="urn:microsoft.com/office/officeart/2018/5/layout/IconCircleLabelList"/>
    <dgm:cxn modelId="{DD89601B-25A0-48A8-9927-F6AFC89015E6}" type="presParOf" srcId="{D103D270-3C1B-4A2D-8FB0-4B26B8F6E8E2}" destId="{EB9963EC-735F-42B8-BA6B-3D2DADD8B52C}" srcOrd="0" destOrd="0" presId="urn:microsoft.com/office/officeart/2018/5/layout/IconCircleLabelList"/>
    <dgm:cxn modelId="{66297A45-F2A4-4B03-9F7B-2DA63E880489}" type="presParOf" srcId="{D103D270-3C1B-4A2D-8FB0-4B26B8F6E8E2}" destId="{F7F21AEF-F1E1-46D2-B8E8-B4770A63D87F}" srcOrd="1" destOrd="0" presId="urn:microsoft.com/office/officeart/2018/5/layout/IconCircleLabelList"/>
    <dgm:cxn modelId="{C7CD68FC-E218-431C-9AAF-D599F3ADD3C3}" type="presParOf" srcId="{D103D270-3C1B-4A2D-8FB0-4B26B8F6E8E2}" destId="{D112B4E5-77D8-42C5-9936-DBF6EB8822C4}" srcOrd="2" destOrd="0" presId="urn:microsoft.com/office/officeart/2018/5/layout/IconCircleLabelList"/>
    <dgm:cxn modelId="{57FB385A-672F-492A-B850-25C7AC5DD54F}" type="presParOf" srcId="{D103D270-3C1B-4A2D-8FB0-4B26B8F6E8E2}" destId="{0FB8C465-3B7B-4688-B022-2E07DC20A00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215872-55B2-49E8-9EF7-36FE320CEFDD}">
      <dsp:nvSpPr>
        <dsp:cNvPr id="0" name=""/>
        <dsp:cNvSpPr/>
      </dsp:nvSpPr>
      <dsp:spPr>
        <a:xfrm>
          <a:off x="548934" y="288"/>
          <a:ext cx="1001496" cy="100149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873EAE-A594-4507-B29A-D705CF46F088}">
      <dsp:nvSpPr>
        <dsp:cNvPr id="0" name=""/>
        <dsp:cNvSpPr/>
      </dsp:nvSpPr>
      <dsp:spPr>
        <a:xfrm>
          <a:off x="762368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366E24-6FF2-45AB-A117-B4442DEBF784}">
      <dsp:nvSpPr>
        <dsp:cNvPr id="0" name=""/>
        <dsp:cNvSpPr/>
      </dsp:nvSpPr>
      <dsp:spPr>
        <a:xfrm>
          <a:off x="228784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Analyze the current customer support workflow</a:t>
          </a:r>
        </a:p>
      </dsp:txBody>
      <dsp:txXfrm>
        <a:off x="228784" y="1313725"/>
        <a:ext cx="1641796" cy="656718"/>
      </dsp:txXfrm>
    </dsp:sp>
    <dsp:sp modelId="{F628B8ED-2790-47CD-993F-0610C4810B4F}">
      <dsp:nvSpPr>
        <dsp:cNvPr id="0" name=""/>
        <dsp:cNvSpPr/>
      </dsp:nvSpPr>
      <dsp:spPr>
        <a:xfrm>
          <a:off x="2478046" y="288"/>
          <a:ext cx="1001496" cy="100149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9C2E96-CBED-4695-9D4E-3DFF9D1EA0CC}">
      <dsp:nvSpPr>
        <dsp:cNvPr id="0" name=""/>
        <dsp:cNvSpPr/>
      </dsp:nvSpPr>
      <dsp:spPr>
        <a:xfrm>
          <a:off x="2691479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6529D8-D103-4559-9A6B-846912B78364}">
      <dsp:nvSpPr>
        <dsp:cNvPr id="0" name=""/>
        <dsp:cNvSpPr/>
      </dsp:nvSpPr>
      <dsp:spPr>
        <a:xfrm>
          <a:off x="2157895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Identify inefficiencies using customer complaint data</a:t>
          </a:r>
        </a:p>
      </dsp:txBody>
      <dsp:txXfrm>
        <a:off x="2157895" y="1313725"/>
        <a:ext cx="1641796" cy="656718"/>
      </dsp:txXfrm>
    </dsp:sp>
    <dsp:sp modelId="{9466E3A8-205A-4203-9AA0-5F9ABBE76D91}">
      <dsp:nvSpPr>
        <dsp:cNvPr id="0" name=""/>
        <dsp:cNvSpPr/>
      </dsp:nvSpPr>
      <dsp:spPr>
        <a:xfrm>
          <a:off x="4407157" y="288"/>
          <a:ext cx="1001496" cy="100149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FFBE11-8544-4475-AA11-8A0364393AC6}">
      <dsp:nvSpPr>
        <dsp:cNvPr id="0" name=""/>
        <dsp:cNvSpPr/>
      </dsp:nvSpPr>
      <dsp:spPr>
        <a:xfrm>
          <a:off x="4620591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A3DBFD-6242-412A-8B09-1D1DBB43AAA4}">
      <dsp:nvSpPr>
        <dsp:cNvPr id="0" name=""/>
        <dsp:cNvSpPr/>
      </dsp:nvSpPr>
      <dsp:spPr>
        <a:xfrm>
          <a:off x="4087007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Summarize recurring complaint themes</a:t>
          </a:r>
        </a:p>
      </dsp:txBody>
      <dsp:txXfrm>
        <a:off x="4087007" y="1313725"/>
        <a:ext cx="1641796" cy="656718"/>
      </dsp:txXfrm>
    </dsp:sp>
    <dsp:sp modelId="{205992ED-86D4-4C0F-B134-BA65CB001DD0}">
      <dsp:nvSpPr>
        <dsp:cNvPr id="0" name=""/>
        <dsp:cNvSpPr/>
      </dsp:nvSpPr>
      <dsp:spPr>
        <a:xfrm>
          <a:off x="6336268" y="288"/>
          <a:ext cx="1001496" cy="100149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D55A2B-C38D-40A7-A9C2-F77B934A7D87}">
      <dsp:nvSpPr>
        <dsp:cNvPr id="0" name=""/>
        <dsp:cNvSpPr/>
      </dsp:nvSpPr>
      <dsp:spPr>
        <a:xfrm>
          <a:off x="6549702" y="213721"/>
          <a:ext cx="574628" cy="57462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1CE70B-9EFA-41A5-B429-BD4E7B542E10}">
      <dsp:nvSpPr>
        <dsp:cNvPr id="0" name=""/>
        <dsp:cNvSpPr/>
      </dsp:nvSpPr>
      <dsp:spPr>
        <a:xfrm>
          <a:off x="6016118" y="1313725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Design an AI-enhanced future-state workflow</a:t>
          </a:r>
        </a:p>
      </dsp:txBody>
      <dsp:txXfrm>
        <a:off x="6016118" y="1313725"/>
        <a:ext cx="1641796" cy="656718"/>
      </dsp:txXfrm>
    </dsp:sp>
    <dsp:sp modelId="{E767A284-1CC8-40F6-9DA3-38242F067B51}">
      <dsp:nvSpPr>
        <dsp:cNvPr id="0" name=""/>
        <dsp:cNvSpPr/>
      </dsp:nvSpPr>
      <dsp:spPr>
        <a:xfrm>
          <a:off x="3442601" y="2380893"/>
          <a:ext cx="1001496" cy="100149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961BB4-1C69-45CB-B770-A005A7FD94F0}">
      <dsp:nvSpPr>
        <dsp:cNvPr id="0" name=""/>
        <dsp:cNvSpPr/>
      </dsp:nvSpPr>
      <dsp:spPr>
        <a:xfrm>
          <a:off x="3656035" y="2594327"/>
          <a:ext cx="574628" cy="57462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73BDAE-5C56-4670-BE9E-53F8A9AAB749}">
      <dsp:nvSpPr>
        <dsp:cNvPr id="0" name=""/>
        <dsp:cNvSpPr/>
      </dsp:nvSpPr>
      <dsp:spPr>
        <a:xfrm>
          <a:off x="3122451" y="3694331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Improve customer support efficiency using AI automation</a:t>
          </a:r>
        </a:p>
      </dsp:txBody>
      <dsp:txXfrm>
        <a:off x="3122451" y="3694331"/>
        <a:ext cx="1641796" cy="6567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473CED-9D19-44CC-B09C-8D44008AE6B0}">
      <dsp:nvSpPr>
        <dsp:cNvPr id="0" name=""/>
        <dsp:cNvSpPr/>
      </dsp:nvSpPr>
      <dsp:spPr>
        <a:xfrm>
          <a:off x="3400369" y="489"/>
          <a:ext cx="1085961" cy="108596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Customer Contacts Support</a:t>
          </a:r>
        </a:p>
      </dsp:txBody>
      <dsp:txXfrm>
        <a:off x="3559404" y="159524"/>
        <a:ext cx="767891" cy="767891"/>
      </dsp:txXfrm>
    </dsp:sp>
    <dsp:sp modelId="{C520FBF5-A7E7-4216-870F-F1E3C0EDA5E3}">
      <dsp:nvSpPr>
        <dsp:cNvPr id="0" name=""/>
        <dsp:cNvSpPr/>
      </dsp:nvSpPr>
      <dsp:spPr>
        <a:xfrm rot="1800000">
          <a:off x="4498264" y="764166"/>
          <a:ext cx="289505" cy="36651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4504082" y="815755"/>
        <a:ext cx="202654" cy="219908"/>
      </dsp:txXfrm>
    </dsp:sp>
    <dsp:sp modelId="{3487B8CB-38D7-4B16-9DB1-8B080BA4F280}">
      <dsp:nvSpPr>
        <dsp:cNvPr id="0" name=""/>
        <dsp:cNvSpPr/>
      </dsp:nvSpPr>
      <dsp:spPr>
        <a:xfrm>
          <a:off x="4813894" y="816588"/>
          <a:ext cx="1085961" cy="1085961"/>
        </a:xfrm>
        <a:prstGeom prst="ellipse">
          <a:avLst/>
        </a:prstGeom>
        <a:solidFill>
          <a:schemeClr val="accent5">
            <a:hueOff val="-1986775"/>
            <a:satOff val="7962"/>
            <a:lumOff val="172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Manual Ticket Submission </a:t>
          </a:r>
        </a:p>
      </dsp:txBody>
      <dsp:txXfrm>
        <a:off x="4972929" y="975623"/>
        <a:ext cx="767891" cy="767891"/>
      </dsp:txXfrm>
    </dsp:sp>
    <dsp:sp modelId="{5777A351-492D-45A6-8565-72F49D0A60ED}">
      <dsp:nvSpPr>
        <dsp:cNvPr id="0" name=""/>
        <dsp:cNvSpPr/>
      </dsp:nvSpPr>
      <dsp:spPr>
        <a:xfrm rot="5400000">
          <a:off x="5212122" y="1984219"/>
          <a:ext cx="289505" cy="36651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1986775"/>
            <a:satOff val="7962"/>
            <a:lumOff val="172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5255548" y="2014096"/>
        <a:ext cx="202654" cy="219908"/>
      </dsp:txXfrm>
    </dsp:sp>
    <dsp:sp modelId="{2748E0E8-2E3C-4CC0-878C-130B32FC7AFD}">
      <dsp:nvSpPr>
        <dsp:cNvPr id="0" name=""/>
        <dsp:cNvSpPr/>
      </dsp:nvSpPr>
      <dsp:spPr>
        <a:xfrm>
          <a:off x="4813894" y="2448787"/>
          <a:ext cx="1085961" cy="1085961"/>
        </a:xfrm>
        <a:prstGeom prst="ellipse">
          <a:avLst/>
        </a:prstGeom>
        <a:solidFill>
          <a:schemeClr val="accent5">
            <a:hueOff val="-3973551"/>
            <a:satOff val="15924"/>
            <a:lumOff val="345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Agent Review</a:t>
          </a:r>
        </a:p>
      </dsp:txBody>
      <dsp:txXfrm>
        <a:off x="4972929" y="2607822"/>
        <a:ext cx="767891" cy="767891"/>
      </dsp:txXfrm>
    </dsp:sp>
    <dsp:sp modelId="{78829708-D6C1-4253-8F0F-A8D2BF7179B7}">
      <dsp:nvSpPr>
        <dsp:cNvPr id="0" name=""/>
        <dsp:cNvSpPr/>
      </dsp:nvSpPr>
      <dsp:spPr>
        <a:xfrm rot="9000000">
          <a:off x="4512455" y="3212465"/>
          <a:ext cx="289505" cy="36651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3973551"/>
            <a:satOff val="15924"/>
            <a:lumOff val="345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 rot="10800000">
        <a:off x="4593488" y="3264054"/>
        <a:ext cx="202654" cy="219908"/>
      </dsp:txXfrm>
    </dsp:sp>
    <dsp:sp modelId="{8C163488-3A32-41E0-94A9-19FC110AD404}">
      <dsp:nvSpPr>
        <dsp:cNvPr id="0" name=""/>
        <dsp:cNvSpPr/>
      </dsp:nvSpPr>
      <dsp:spPr>
        <a:xfrm>
          <a:off x="3400369" y="3264887"/>
          <a:ext cx="1085961" cy="1085961"/>
        </a:xfrm>
        <a:prstGeom prst="ellipse">
          <a:avLst/>
        </a:prstGeom>
        <a:solidFill>
          <a:schemeClr val="accent5">
            <a:hueOff val="-5960326"/>
            <a:satOff val="23887"/>
            <a:lumOff val="517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Agent Responds</a:t>
          </a:r>
        </a:p>
      </dsp:txBody>
      <dsp:txXfrm>
        <a:off x="3559404" y="3423922"/>
        <a:ext cx="767891" cy="767891"/>
      </dsp:txXfrm>
    </dsp:sp>
    <dsp:sp modelId="{DAC2F0E1-C731-4F9D-80B0-8434DE5CEC60}">
      <dsp:nvSpPr>
        <dsp:cNvPr id="0" name=""/>
        <dsp:cNvSpPr/>
      </dsp:nvSpPr>
      <dsp:spPr>
        <a:xfrm rot="12600000">
          <a:off x="3098930" y="3220658"/>
          <a:ext cx="289505" cy="36651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5960326"/>
            <a:satOff val="23887"/>
            <a:lumOff val="517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 rot="10800000">
        <a:off x="3179963" y="3315673"/>
        <a:ext cx="202654" cy="219908"/>
      </dsp:txXfrm>
    </dsp:sp>
    <dsp:sp modelId="{123F8EF4-7C9D-47C3-9048-F0437FD87E4C}">
      <dsp:nvSpPr>
        <dsp:cNvPr id="0" name=""/>
        <dsp:cNvSpPr/>
      </dsp:nvSpPr>
      <dsp:spPr>
        <a:xfrm>
          <a:off x="1986843" y="2448787"/>
          <a:ext cx="1085961" cy="1085961"/>
        </a:xfrm>
        <a:prstGeom prst="ellipse">
          <a:avLst/>
        </a:prstGeom>
        <a:solidFill>
          <a:schemeClr val="accent5">
            <a:hueOff val="-7947101"/>
            <a:satOff val="31849"/>
            <a:lumOff val="690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Issue resolved Or Escalated </a:t>
          </a:r>
        </a:p>
      </dsp:txBody>
      <dsp:txXfrm>
        <a:off x="2145878" y="2607822"/>
        <a:ext cx="767891" cy="767891"/>
      </dsp:txXfrm>
    </dsp:sp>
    <dsp:sp modelId="{ACF6A62B-BF00-40A2-9894-19DF3CD46606}">
      <dsp:nvSpPr>
        <dsp:cNvPr id="0" name=""/>
        <dsp:cNvSpPr/>
      </dsp:nvSpPr>
      <dsp:spPr>
        <a:xfrm rot="16200000">
          <a:off x="2385071" y="2000606"/>
          <a:ext cx="289505" cy="36651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7947101"/>
            <a:satOff val="31849"/>
            <a:lumOff val="690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2428497" y="2117334"/>
        <a:ext cx="202654" cy="219908"/>
      </dsp:txXfrm>
    </dsp:sp>
    <dsp:sp modelId="{890BE3D4-2DB0-496B-BF13-D747DEC88F30}">
      <dsp:nvSpPr>
        <dsp:cNvPr id="0" name=""/>
        <dsp:cNvSpPr/>
      </dsp:nvSpPr>
      <dsp:spPr>
        <a:xfrm>
          <a:off x="1986843" y="816588"/>
          <a:ext cx="1085961" cy="1085961"/>
        </a:xfrm>
        <a:prstGeom prst="ellipse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Ticket Closed</a:t>
          </a:r>
        </a:p>
      </dsp:txBody>
      <dsp:txXfrm>
        <a:off x="2145878" y="975623"/>
        <a:ext cx="767891" cy="767891"/>
      </dsp:txXfrm>
    </dsp:sp>
    <dsp:sp modelId="{1FBF7E64-5E0B-4C76-9929-694507FB0BEB}">
      <dsp:nvSpPr>
        <dsp:cNvPr id="0" name=""/>
        <dsp:cNvSpPr/>
      </dsp:nvSpPr>
      <dsp:spPr>
        <a:xfrm rot="19800000">
          <a:off x="3084738" y="772360"/>
          <a:ext cx="289505" cy="36651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3090556" y="867375"/>
        <a:ext cx="202654" cy="21990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722B18-1E09-4391-8400-4191D2DDACD1}">
      <dsp:nvSpPr>
        <dsp:cNvPr id="0" name=""/>
        <dsp:cNvSpPr/>
      </dsp:nvSpPr>
      <dsp:spPr>
        <a:xfrm>
          <a:off x="0" y="0"/>
          <a:ext cx="6703695" cy="130540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Long wait times due to manual intake and logging</a:t>
          </a:r>
        </a:p>
      </dsp:txBody>
      <dsp:txXfrm>
        <a:off x="38234" y="38234"/>
        <a:ext cx="5295064" cy="1228933"/>
      </dsp:txXfrm>
    </dsp:sp>
    <dsp:sp modelId="{2D91A151-DF31-457E-A2A4-AD4AD5FFC7F0}">
      <dsp:nvSpPr>
        <dsp:cNvPr id="0" name=""/>
        <dsp:cNvSpPr/>
      </dsp:nvSpPr>
      <dsp:spPr>
        <a:xfrm>
          <a:off x="591502" y="1522968"/>
          <a:ext cx="6703695" cy="130540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Repeated information and poor handoffs between agents</a:t>
          </a:r>
        </a:p>
      </dsp:txBody>
      <dsp:txXfrm>
        <a:off x="629736" y="1561202"/>
        <a:ext cx="5187213" cy="1228933"/>
      </dsp:txXfrm>
    </dsp:sp>
    <dsp:sp modelId="{A08160DD-DDFF-431C-B580-AA77EFAF2F4E}">
      <dsp:nvSpPr>
        <dsp:cNvPr id="0" name=""/>
        <dsp:cNvSpPr/>
      </dsp:nvSpPr>
      <dsp:spPr>
        <a:xfrm>
          <a:off x="1183004" y="3045936"/>
          <a:ext cx="6703695" cy="130540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Missed follow-ups and tickets closed without resolution</a:t>
          </a:r>
        </a:p>
      </dsp:txBody>
      <dsp:txXfrm>
        <a:off x="1221238" y="3084170"/>
        <a:ext cx="5187213" cy="1228933"/>
      </dsp:txXfrm>
    </dsp:sp>
    <dsp:sp modelId="{8656357E-4B86-4EDF-B44D-4B4E4B847867}">
      <dsp:nvSpPr>
        <dsp:cNvPr id="0" name=""/>
        <dsp:cNvSpPr/>
      </dsp:nvSpPr>
      <dsp:spPr>
        <a:xfrm>
          <a:off x="5855184" y="989929"/>
          <a:ext cx="848510" cy="848510"/>
        </a:xfrm>
        <a:prstGeom prst="downArrow">
          <a:avLst>
            <a:gd name="adj1" fmla="val 55000"/>
            <a:gd name="adj2" fmla="val 45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6046099" y="989929"/>
        <a:ext cx="466680" cy="638504"/>
      </dsp:txXfrm>
    </dsp:sp>
    <dsp:sp modelId="{39A9EDCF-1CFC-4760-89B8-CCDB8AFA445B}">
      <dsp:nvSpPr>
        <dsp:cNvPr id="0" name=""/>
        <dsp:cNvSpPr/>
      </dsp:nvSpPr>
      <dsp:spPr>
        <a:xfrm>
          <a:off x="6446686" y="2504195"/>
          <a:ext cx="848510" cy="848510"/>
        </a:xfrm>
        <a:prstGeom prst="downArrow">
          <a:avLst>
            <a:gd name="adj1" fmla="val 55000"/>
            <a:gd name="adj2" fmla="val 45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6637601" y="2504195"/>
        <a:ext cx="466680" cy="63850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75E23C-85AA-40D2-A364-CDAE8BC9A29F}">
      <dsp:nvSpPr>
        <dsp:cNvPr id="0" name=""/>
        <dsp:cNvSpPr/>
      </dsp:nvSpPr>
      <dsp:spPr>
        <a:xfrm>
          <a:off x="341781" y="1130473"/>
          <a:ext cx="1062615" cy="106261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D6216F-F797-47CC-9111-E0AB1AEF3205}">
      <dsp:nvSpPr>
        <dsp:cNvPr id="0" name=""/>
        <dsp:cNvSpPr/>
      </dsp:nvSpPr>
      <dsp:spPr>
        <a:xfrm>
          <a:off x="568240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DAB6E6-8954-43C4-9C3B-48D646B6B764}">
      <dsp:nvSpPr>
        <dsp:cNvPr id="0" name=""/>
        <dsp:cNvSpPr/>
      </dsp:nvSpPr>
      <dsp:spPr>
        <a:xfrm>
          <a:off x="2092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Slow response times</a:t>
          </a:r>
        </a:p>
      </dsp:txBody>
      <dsp:txXfrm>
        <a:off x="2092" y="2524067"/>
        <a:ext cx="1741992" cy="696796"/>
      </dsp:txXfrm>
    </dsp:sp>
    <dsp:sp modelId="{28499F4F-8595-4FCA-BC73-A9B11E708895}">
      <dsp:nvSpPr>
        <dsp:cNvPr id="0" name=""/>
        <dsp:cNvSpPr/>
      </dsp:nvSpPr>
      <dsp:spPr>
        <a:xfrm>
          <a:off x="2388621" y="1130473"/>
          <a:ext cx="1062615" cy="1062615"/>
        </a:xfrm>
        <a:prstGeom prst="ellipse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9313A0-6C80-4845-85D0-F62AE6075BCC}">
      <dsp:nvSpPr>
        <dsp:cNvPr id="0" name=""/>
        <dsp:cNvSpPr/>
      </dsp:nvSpPr>
      <dsp:spPr>
        <a:xfrm>
          <a:off x="2615080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700209-897D-440D-BBE0-44524E1516E2}">
      <dsp:nvSpPr>
        <dsp:cNvPr id="0" name=""/>
        <dsp:cNvSpPr/>
      </dsp:nvSpPr>
      <dsp:spPr>
        <a:xfrm>
          <a:off x="2048933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Repeating issues to agents</a:t>
          </a:r>
        </a:p>
      </dsp:txBody>
      <dsp:txXfrm>
        <a:off x="2048933" y="2524067"/>
        <a:ext cx="1741992" cy="696796"/>
      </dsp:txXfrm>
    </dsp:sp>
    <dsp:sp modelId="{E6BF3751-0991-48E1-8BCE-44CE9D29C6B1}">
      <dsp:nvSpPr>
        <dsp:cNvPr id="0" name=""/>
        <dsp:cNvSpPr/>
      </dsp:nvSpPr>
      <dsp:spPr>
        <a:xfrm>
          <a:off x="4435462" y="1130473"/>
          <a:ext cx="1062615" cy="1062615"/>
        </a:xfrm>
        <a:prstGeom prst="ellipse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017824-F5B9-4415-8E49-C17FC2CB731C}">
      <dsp:nvSpPr>
        <dsp:cNvPr id="0" name=""/>
        <dsp:cNvSpPr/>
      </dsp:nvSpPr>
      <dsp:spPr>
        <a:xfrm>
          <a:off x="4661921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4DF11B-36B4-406C-9881-DB6E33E09361}">
      <dsp:nvSpPr>
        <dsp:cNvPr id="0" name=""/>
        <dsp:cNvSpPr/>
      </dsp:nvSpPr>
      <dsp:spPr>
        <a:xfrm>
          <a:off x="4095774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Simple questions take too long</a:t>
          </a:r>
        </a:p>
      </dsp:txBody>
      <dsp:txXfrm>
        <a:off x="4095774" y="2524067"/>
        <a:ext cx="1741992" cy="696796"/>
      </dsp:txXfrm>
    </dsp:sp>
    <dsp:sp modelId="{D5D21268-2D42-4300-A128-9104B85B8B63}">
      <dsp:nvSpPr>
        <dsp:cNvPr id="0" name=""/>
        <dsp:cNvSpPr/>
      </dsp:nvSpPr>
      <dsp:spPr>
        <a:xfrm>
          <a:off x="6482303" y="1130473"/>
          <a:ext cx="1062615" cy="1062615"/>
        </a:xfrm>
        <a:prstGeom prst="ellipse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7E068F-F705-43F4-B5EF-F5068270E7B7}">
      <dsp:nvSpPr>
        <dsp:cNvPr id="0" name=""/>
        <dsp:cNvSpPr/>
      </dsp:nvSpPr>
      <dsp:spPr>
        <a:xfrm>
          <a:off x="6708762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BCC7FB-A83C-47D5-8904-B926E83EB23A}">
      <dsp:nvSpPr>
        <dsp:cNvPr id="0" name=""/>
        <dsp:cNvSpPr/>
      </dsp:nvSpPr>
      <dsp:spPr>
        <a:xfrm>
          <a:off x="6142615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Lack of follow-up</a:t>
          </a:r>
        </a:p>
      </dsp:txBody>
      <dsp:txXfrm>
        <a:off x="6142615" y="2524067"/>
        <a:ext cx="1741992" cy="69679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FDF07C-80F7-4B15-8399-2F49BB9CD78D}">
      <dsp:nvSpPr>
        <dsp:cNvPr id="0" name=""/>
        <dsp:cNvSpPr/>
      </dsp:nvSpPr>
      <dsp:spPr>
        <a:xfrm>
          <a:off x="2695" y="1689893"/>
          <a:ext cx="1313551" cy="8341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C9718F-DC47-4322-AE42-57084C037633}">
      <dsp:nvSpPr>
        <dsp:cNvPr id="0" name=""/>
        <dsp:cNvSpPr/>
      </dsp:nvSpPr>
      <dsp:spPr>
        <a:xfrm>
          <a:off x="148645" y="1828545"/>
          <a:ext cx="1313551" cy="8341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AI Chatbot (Tier 1 support)</a:t>
          </a:r>
        </a:p>
      </dsp:txBody>
      <dsp:txXfrm>
        <a:off x="173075" y="1852975"/>
        <a:ext cx="1264691" cy="785245"/>
      </dsp:txXfrm>
    </dsp:sp>
    <dsp:sp modelId="{F2C62B5D-8445-4279-A039-7565E6B3A5B2}">
      <dsp:nvSpPr>
        <dsp:cNvPr id="0" name=""/>
        <dsp:cNvSpPr/>
      </dsp:nvSpPr>
      <dsp:spPr>
        <a:xfrm>
          <a:off x="1608147" y="1689893"/>
          <a:ext cx="1313551" cy="8341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53CE4F-9D57-4AC7-839B-5C394E6165F5}">
      <dsp:nvSpPr>
        <dsp:cNvPr id="0" name=""/>
        <dsp:cNvSpPr/>
      </dsp:nvSpPr>
      <dsp:spPr>
        <a:xfrm>
          <a:off x="1754097" y="1828545"/>
          <a:ext cx="1313551" cy="8341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AI ticket classification</a:t>
          </a:r>
        </a:p>
      </dsp:txBody>
      <dsp:txXfrm>
        <a:off x="1778527" y="1852975"/>
        <a:ext cx="1264691" cy="785245"/>
      </dsp:txXfrm>
    </dsp:sp>
    <dsp:sp modelId="{1B56590E-5117-4298-8A0F-6F87ADCC184D}">
      <dsp:nvSpPr>
        <dsp:cNvPr id="0" name=""/>
        <dsp:cNvSpPr/>
      </dsp:nvSpPr>
      <dsp:spPr>
        <a:xfrm>
          <a:off x="3213599" y="1689893"/>
          <a:ext cx="1313551" cy="8341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B3B02E-DB60-4D80-AE59-8ABF33640042}">
      <dsp:nvSpPr>
        <dsp:cNvPr id="0" name=""/>
        <dsp:cNvSpPr/>
      </dsp:nvSpPr>
      <dsp:spPr>
        <a:xfrm>
          <a:off x="3359549" y="1828545"/>
          <a:ext cx="1313551" cy="8341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AI routing</a:t>
          </a:r>
        </a:p>
      </dsp:txBody>
      <dsp:txXfrm>
        <a:off x="3383979" y="1852975"/>
        <a:ext cx="1264691" cy="785245"/>
      </dsp:txXfrm>
    </dsp:sp>
    <dsp:sp modelId="{3A8DCDDE-2890-49C2-AA83-091680013C94}">
      <dsp:nvSpPr>
        <dsp:cNvPr id="0" name=""/>
        <dsp:cNvSpPr/>
      </dsp:nvSpPr>
      <dsp:spPr>
        <a:xfrm>
          <a:off x="4819050" y="1689893"/>
          <a:ext cx="1313551" cy="8341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DF3442-4182-428D-9568-FDF0DB509EE9}">
      <dsp:nvSpPr>
        <dsp:cNvPr id="0" name=""/>
        <dsp:cNvSpPr/>
      </dsp:nvSpPr>
      <dsp:spPr>
        <a:xfrm>
          <a:off x="4965001" y="1828545"/>
          <a:ext cx="1313551" cy="8341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Sentiment analysis</a:t>
          </a:r>
        </a:p>
      </dsp:txBody>
      <dsp:txXfrm>
        <a:off x="4989431" y="1852975"/>
        <a:ext cx="1264691" cy="785245"/>
      </dsp:txXfrm>
    </dsp:sp>
    <dsp:sp modelId="{7D4CE798-F6C7-492E-978B-6BDC31CE09AC}">
      <dsp:nvSpPr>
        <dsp:cNvPr id="0" name=""/>
        <dsp:cNvSpPr/>
      </dsp:nvSpPr>
      <dsp:spPr>
        <a:xfrm>
          <a:off x="6424502" y="1689893"/>
          <a:ext cx="1313551" cy="8341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E9A081-7939-4D63-99A2-B18CD28451F0}">
      <dsp:nvSpPr>
        <dsp:cNvPr id="0" name=""/>
        <dsp:cNvSpPr/>
      </dsp:nvSpPr>
      <dsp:spPr>
        <a:xfrm>
          <a:off x="6570452" y="1828545"/>
          <a:ext cx="1313551" cy="83410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• AI analytics</a:t>
          </a:r>
        </a:p>
      </dsp:txBody>
      <dsp:txXfrm>
        <a:off x="6594882" y="1852975"/>
        <a:ext cx="1264691" cy="78524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002D42-7D20-4189-9D0B-89D21C66252C}">
      <dsp:nvSpPr>
        <dsp:cNvPr id="0" name=""/>
        <dsp:cNvSpPr/>
      </dsp:nvSpPr>
      <dsp:spPr>
        <a:xfrm>
          <a:off x="0" y="0"/>
          <a:ext cx="6072759" cy="78345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Slow response times</a:t>
          </a:r>
        </a:p>
      </dsp:txBody>
      <dsp:txXfrm>
        <a:off x="22947" y="22947"/>
        <a:ext cx="5135681" cy="737563"/>
      </dsp:txXfrm>
    </dsp:sp>
    <dsp:sp modelId="{8AA4068E-F27B-4B07-B5FB-977FAF8A0C9C}">
      <dsp:nvSpPr>
        <dsp:cNvPr id="0" name=""/>
        <dsp:cNvSpPr/>
      </dsp:nvSpPr>
      <dsp:spPr>
        <a:xfrm>
          <a:off x="453485" y="892271"/>
          <a:ext cx="6072759" cy="783457"/>
        </a:xfrm>
        <a:prstGeom prst="roundRect">
          <a:avLst>
            <a:gd name="adj" fmla="val 10000"/>
          </a:avLst>
        </a:prstGeom>
        <a:solidFill>
          <a:schemeClr val="accent5">
            <a:hueOff val="-2483469"/>
            <a:satOff val="9953"/>
            <a:lumOff val="215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Repetitive inquiries</a:t>
          </a:r>
        </a:p>
      </dsp:txBody>
      <dsp:txXfrm>
        <a:off x="476432" y="915218"/>
        <a:ext cx="5064132" cy="737563"/>
      </dsp:txXfrm>
    </dsp:sp>
    <dsp:sp modelId="{E172FA13-20D3-4967-A358-6308BC6EABC3}">
      <dsp:nvSpPr>
        <dsp:cNvPr id="0" name=""/>
        <dsp:cNvSpPr/>
      </dsp:nvSpPr>
      <dsp:spPr>
        <a:xfrm>
          <a:off x="906970" y="1784543"/>
          <a:ext cx="6072759" cy="783457"/>
        </a:xfrm>
        <a:prstGeom prst="roundRect">
          <a:avLst>
            <a:gd name="adj" fmla="val 10000"/>
          </a:avLst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No prioritization</a:t>
          </a:r>
        </a:p>
      </dsp:txBody>
      <dsp:txXfrm>
        <a:off x="929917" y="1807490"/>
        <a:ext cx="5064132" cy="737563"/>
      </dsp:txXfrm>
    </dsp:sp>
    <dsp:sp modelId="{7825D6E4-8EE9-4F68-B74F-9AB5AA09C24A}">
      <dsp:nvSpPr>
        <dsp:cNvPr id="0" name=""/>
        <dsp:cNvSpPr/>
      </dsp:nvSpPr>
      <dsp:spPr>
        <a:xfrm>
          <a:off x="1360455" y="2676814"/>
          <a:ext cx="6072759" cy="783457"/>
        </a:xfrm>
        <a:prstGeom prst="roundRect">
          <a:avLst>
            <a:gd name="adj" fmla="val 10000"/>
          </a:avLst>
        </a:prstGeom>
        <a:solidFill>
          <a:schemeClr val="accent5">
            <a:hueOff val="-7450407"/>
            <a:satOff val="29858"/>
            <a:lumOff val="647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Agent overload</a:t>
          </a:r>
        </a:p>
      </dsp:txBody>
      <dsp:txXfrm>
        <a:off x="1383402" y="2699761"/>
        <a:ext cx="5064132" cy="737563"/>
      </dsp:txXfrm>
    </dsp:sp>
    <dsp:sp modelId="{287DF536-9009-4B0B-B232-6CFCBF1E7CD7}">
      <dsp:nvSpPr>
        <dsp:cNvPr id="0" name=""/>
        <dsp:cNvSpPr/>
      </dsp:nvSpPr>
      <dsp:spPr>
        <a:xfrm>
          <a:off x="1813940" y="3569086"/>
          <a:ext cx="6072759" cy="783457"/>
        </a:xfrm>
        <a:prstGeom prst="roundRect">
          <a:avLst>
            <a:gd name="adj" fmla="val 10000"/>
          </a:avLst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Inconsistent responses</a:t>
          </a:r>
        </a:p>
      </dsp:txBody>
      <dsp:txXfrm>
        <a:off x="1836887" y="3592033"/>
        <a:ext cx="5064132" cy="737563"/>
      </dsp:txXfrm>
    </dsp:sp>
    <dsp:sp modelId="{0815A43A-17D7-4919-BA86-371BAECCB1AB}">
      <dsp:nvSpPr>
        <dsp:cNvPr id="0" name=""/>
        <dsp:cNvSpPr/>
      </dsp:nvSpPr>
      <dsp:spPr>
        <a:xfrm>
          <a:off x="5563511" y="572359"/>
          <a:ext cx="509247" cy="509247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5678092" y="572359"/>
        <a:ext cx="280085" cy="383208"/>
      </dsp:txXfrm>
    </dsp:sp>
    <dsp:sp modelId="{9FC90CF3-D08C-44E8-9BA2-29FA8CC3E305}">
      <dsp:nvSpPr>
        <dsp:cNvPr id="0" name=""/>
        <dsp:cNvSpPr/>
      </dsp:nvSpPr>
      <dsp:spPr>
        <a:xfrm>
          <a:off x="6016996" y="1464631"/>
          <a:ext cx="509247" cy="509247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3580161"/>
            <a:satOff val="16084"/>
            <a:lumOff val="1106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6131577" y="1464631"/>
        <a:ext cx="280085" cy="383208"/>
      </dsp:txXfrm>
    </dsp:sp>
    <dsp:sp modelId="{0188EAF3-CCD3-4DD1-ADD3-54CAEFC55985}">
      <dsp:nvSpPr>
        <dsp:cNvPr id="0" name=""/>
        <dsp:cNvSpPr/>
      </dsp:nvSpPr>
      <dsp:spPr>
        <a:xfrm>
          <a:off x="6470481" y="2343844"/>
          <a:ext cx="509247" cy="509247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7160321"/>
            <a:satOff val="32169"/>
            <a:lumOff val="2211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6585062" y="2343844"/>
        <a:ext cx="280085" cy="383208"/>
      </dsp:txXfrm>
    </dsp:sp>
    <dsp:sp modelId="{962D4C85-9060-4A4B-A593-68B4820825C8}">
      <dsp:nvSpPr>
        <dsp:cNvPr id="0" name=""/>
        <dsp:cNvSpPr/>
      </dsp:nvSpPr>
      <dsp:spPr>
        <a:xfrm>
          <a:off x="6923967" y="3244821"/>
          <a:ext cx="509247" cy="509247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10740482"/>
            <a:satOff val="48253"/>
            <a:lumOff val="3317"/>
            <a:alphaOff val="0"/>
          </a:schemeClr>
        </a:solidFill>
        <a:ln w="254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7038548" y="3244821"/>
        <a:ext cx="280085" cy="38320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E8A898-FD6A-4FDA-812F-D20174A0ED92}">
      <dsp:nvSpPr>
        <dsp:cNvPr id="0" name=""/>
        <dsp:cNvSpPr/>
      </dsp:nvSpPr>
      <dsp:spPr>
        <a:xfrm>
          <a:off x="548934" y="891"/>
          <a:ext cx="1001496" cy="1001496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B110C4-88FA-4BD0-A3D8-BDD886D2EA55}">
      <dsp:nvSpPr>
        <dsp:cNvPr id="0" name=""/>
        <dsp:cNvSpPr/>
      </dsp:nvSpPr>
      <dsp:spPr>
        <a:xfrm>
          <a:off x="762368" y="214324"/>
          <a:ext cx="574628" cy="57462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CA087C-7D70-46AD-9CAD-C524BA3460A3}">
      <dsp:nvSpPr>
        <dsp:cNvPr id="0" name=""/>
        <dsp:cNvSpPr/>
      </dsp:nvSpPr>
      <dsp:spPr>
        <a:xfrm>
          <a:off x="228784" y="1314328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• Instant FAQ responses</a:t>
          </a:r>
        </a:p>
      </dsp:txBody>
      <dsp:txXfrm>
        <a:off x="228784" y="1314328"/>
        <a:ext cx="1641796" cy="656718"/>
      </dsp:txXfrm>
    </dsp:sp>
    <dsp:sp modelId="{7D695EA6-77B7-421E-B1A3-A6B3A065F702}">
      <dsp:nvSpPr>
        <dsp:cNvPr id="0" name=""/>
        <dsp:cNvSpPr/>
      </dsp:nvSpPr>
      <dsp:spPr>
        <a:xfrm>
          <a:off x="2478046" y="891"/>
          <a:ext cx="1001496" cy="1001496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CC592E-A58A-4845-BD64-BCA420638D6B}">
      <dsp:nvSpPr>
        <dsp:cNvPr id="0" name=""/>
        <dsp:cNvSpPr/>
      </dsp:nvSpPr>
      <dsp:spPr>
        <a:xfrm>
          <a:off x="2691479" y="214324"/>
          <a:ext cx="574628" cy="57462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2FB11B-CBF0-4957-AEE8-8EABFA3D8934}">
      <dsp:nvSpPr>
        <dsp:cNvPr id="0" name=""/>
        <dsp:cNvSpPr/>
      </dsp:nvSpPr>
      <dsp:spPr>
        <a:xfrm>
          <a:off x="2157895" y="1314328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• Faster routing</a:t>
          </a:r>
        </a:p>
      </dsp:txBody>
      <dsp:txXfrm>
        <a:off x="2157895" y="1314328"/>
        <a:ext cx="1641796" cy="656718"/>
      </dsp:txXfrm>
    </dsp:sp>
    <dsp:sp modelId="{69028FC5-7E8C-4FDE-83C2-E75680ED29C8}">
      <dsp:nvSpPr>
        <dsp:cNvPr id="0" name=""/>
        <dsp:cNvSpPr/>
      </dsp:nvSpPr>
      <dsp:spPr>
        <a:xfrm>
          <a:off x="4407157" y="891"/>
          <a:ext cx="1001496" cy="1001496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6B5D8C-2C55-4E7F-9ACF-5189CC511EA8}">
      <dsp:nvSpPr>
        <dsp:cNvPr id="0" name=""/>
        <dsp:cNvSpPr/>
      </dsp:nvSpPr>
      <dsp:spPr>
        <a:xfrm>
          <a:off x="4620591" y="214324"/>
          <a:ext cx="574628" cy="57462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80E014-BA64-4E3C-9D93-912AD0F6F154}">
      <dsp:nvSpPr>
        <dsp:cNvPr id="0" name=""/>
        <dsp:cNvSpPr/>
      </dsp:nvSpPr>
      <dsp:spPr>
        <a:xfrm>
          <a:off x="4087007" y="1314328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• Reduced workload</a:t>
          </a:r>
        </a:p>
      </dsp:txBody>
      <dsp:txXfrm>
        <a:off x="4087007" y="1314328"/>
        <a:ext cx="1641796" cy="656718"/>
      </dsp:txXfrm>
    </dsp:sp>
    <dsp:sp modelId="{6168AEE0-94D9-4D66-86AA-9C32BE4D3792}">
      <dsp:nvSpPr>
        <dsp:cNvPr id="0" name=""/>
        <dsp:cNvSpPr/>
      </dsp:nvSpPr>
      <dsp:spPr>
        <a:xfrm>
          <a:off x="6336268" y="891"/>
          <a:ext cx="1001496" cy="1001496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DA0804-DA43-47E6-8283-E3FCB266DB25}">
      <dsp:nvSpPr>
        <dsp:cNvPr id="0" name=""/>
        <dsp:cNvSpPr/>
      </dsp:nvSpPr>
      <dsp:spPr>
        <a:xfrm>
          <a:off x="6549702" y="214324"/>
          <a:ext cx="574628" cy="57462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978570-25BC-4973-AFE1-6DC3C0EE26D5}">
      <dsp:nvSpPr>
        <dsp:cNvPr id="0" name=""/>
        <dsp:cNvSpPr/>
      </dsp:nvSpPr>
      <dsp:spPr>
        <a:xfrm>
          <a:off x="6016118" y="1314328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• Consistent responses</a:t>
          </a:r>
        </a:p>
      </dsp:txBody>
      <dsp:txXfrm>
        <a:off x="6016118" y="1314328"/>
        <a:ext cx="1641796" cy="656718"/>
      </dsp:txXfrm>
    </dsp:sp>
    <dsp:sp modelId="{ECFD7EE1-3616-4188-BDFC-82F1D15FE7A5}">
      <dsp:nvSpPr>
        <dsp:cNvPr id="0" name=""/>
        <dsp:cNvSpPr/>
      </dsp:nvSpPr>
      <dsp:spPr>
        <a:xfrm>
          <a:off x="3442601" y="2381496"/>
          <a:ext cx="1001496" cy="1001496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C0D125-9AF2-46C2-8276-2155E4F9CE38}">
      <dsp:nvSpPr>
        <dsp:cNvPr id="0" name=""/>
        <dsp:cNvSpPr/>
      </dsp:nvSpPr>
      <dsp:spPr>
        <a:xfrm>
          <a:off x="3656035" y="2594930"/>
          <a:ext cx="574628" cy="57462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21F035-99B9-4889-9085-B25B7B5BC550}">
      <dsp:nvSpPr>
        <dsp:cNvPr id="0" name=""/>
        <dsp:cNvSpPr/>
      </dsp:nvSpPr>
      <dsp:spPr>
        <a:xfrm>
          <a:off x="3122451" y="3694934"/>
          <a:ext cx="1641796" cy="6567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100" kern="1200"/>
            <a:t>• Better insights</a:t>
          </a:r>
        </a:p>
      </dsp:txBody>
      <dsp:txXfrm>
        <a:off x="3122451" y="3694934"/>
        <a:ext cx="1641796" cy="65671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117DBE-4229-4DFA-ACFB-4F3E6A4498B6}">
      <dsp:nvSpPr>
        <dsp:cNvPr id="0" name=""/>
        <dsp:cNvSpPr/>
      </dsp:nvSpPr>
      <dsp:spPr>
        <a:xfrm>
          <a:off x="3422512" y="1296"/>
          <a:ext cx="1041675" cy="67708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Customer Contacts Support</a:t>
          </a:r>
          <a:endParaRPr lang="en-US" sz="1200" kern="1200" dirty="0"/>
        </a:p>
      </dsp:txBody>
      <dsp:txXfrm>
        <a:off x="3455565" y="34349"/>
        <a:ext cx="975569" cy="610983"/>
      </dsp:txXfrm>
    </dsp:sp>
    <dsp:sp modelId="{3F507415-6F68-414E-B147-3BEED67B1C6D}">
      <dsp:nvSpPr>
        <dsp:cNvPr id="0" name=""/>
        <dsp:cNvSpPr/>
      </dsp:nvSpPr>
      <dsp:spPr>
        <a:xfrm>
          <a:off x="2011884" y="339841"/>
          <a:ext cx="3862930" cy="3862930"/>
        </a:xfrm>
        <a:custGeom>
          <a:avLst/>
          <a:gdLst/>
          <a:ahLst/>
          <a:cxnLst/>
          <a:rect l="0" t="0" r="0" b="0"/>
          <a:pathLst>
            <a:path>
              <a:moveTo>
                <a:pt x="2588517" y="115194"/>
              </a:moveTo>
              <a:arcTo wR="1931465" hR="1931465" stAng="17393282" swAng="771317"/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216CB4-01FD-4DDE-84FD-A3560AA06FBA}">
      <dsp:nvSpPr>
        <dsp:cNvPr id="0" name=""/>
        <dsp:cNvSpPr/>
      </dsp:nvSpPr>
      <dsp:spPr>
        <a:xfrm>
          <a:off x="4932592" y="728512"/>
          <a:ext cx="1041675" cy="67708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AI Chatbot Handles FAQ</a:t>
          </a:r>
          <a:endParaRPr lang="en-US" sz="1200" kern="1200" dirty="0"/>
        </a:p>
      </dsp:txBody>
      <dsp:txXfrm>
        <a:off x="4965645" y="761565"/>
        <a:ext cx="975569" cy="610983"/>
      </dsp:txXfrm>
    </dsp:sp>
    <dsp:sp modelId="{91B0FF69-9402-4C3F-B8BC-E01B64B50068}">
      <dsp:nvSpPr>
        <dsp:cNvPr id="0" name=""/>
        <dsp:cNvSpPr/>
      </dsp:nvSpPr>
      <dsp:spPr>
        <a:xfrm>
          <a:off x="2011884" y="339841"/>
          <a:ext cx="3862930" cy="3862930"/>
        </a:xfrm>
        <a:custGeom>
          <a:avLst/>
          <a:gdLst/>
          <a:ahLst/>
          <a:cxnLst/>
          <a:rect l="0" t="0" r="0" b="0"/>
          <a:pathLst>
            <a:path>
              <a:moveTo>
                <a:pt x="3736743" y="1244784"/>
              </a:moveTo>
              <a:arcTo wR="1931465" hR="1931465" stAng="20350470" swAng="1063789"/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53F69F-A012-4A31-82C2-0929834AF7B9}">
      <dsp:nvSpPr>
        <dsp:cNvPr id="0" name=""/>
        <dsp:cNvSpPr/>
      </dsp:nvSpPr>
      <dsp:spPr>
        <a:xfrm>
          <a:off x="5305551" y="2362553"/>
          <a:ext cx="1041675" cy="67708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Ticket Auto Created If Needed</a:t>
          </a:r>
          <a:endParaRPr lang="en-US" sz="1200" kern="1200" dirty="0"/>
        </a:p>
      </dsp:txBody>
      <dsp:txXfrm>
        <a:off x="5338604" y="2395606"/>
        <a:ext cx="975569" cy="610983"/>
      </dsp:txXfrm>
    </dsp:sp>
    <dsp:sp modelId="{77FCB938-DA9C-479E-9552-CAD592490A6D}">
      <dsp:nvSpPr>
        <dsp:cNvPr id="0" name=""/>
        <dsp:cNvSpPr/>
      </dsp:nvSpPr>
      <dsp:spPr>
        <a:xfrm>
          <a:off x="2011884" y="339841"/>
          <a:ext cx="3862930" cy="3862930"/>
        </a:xfrm>
        <a:custGeom>
          <a:avLst/>
          <a:gdLst/>
          <a:ahLst/>
          <a:cxnLst/>
          <a:rect l="0" t="0" r="0" b="0"/>
          <a:pathLst>
            <a:path>
              <a:moveTo>
                <a:pt x="3636426" y="2839026"/>
              </a:moveTo>
              <a:arcTo wR="1931465" hR="1931465" stAng="1681599" swAng="834822"/>
            </a:path>
          </a:pathLst>
        </a:custGeom>
        <a:noFill/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F1BAC5-0502-4AF7-90C3-6F8CB0BFB8BE}">
      <dsp:nvSpPr>
        <dsp:cNvPr id="0" name=""/>
        <dsp:cNvSpPr/>
      </dsp:nvSpPr>
      <dsp:spPr>
        <a:xfrm>
          <a:off x="4260543" y="3672952"/>
          <a:ext cx="1041675" cy="67708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AI Classifies and Routes</a:t>
          </a:r>
          <a:endParaRPr lang="en-US" sz="1200" kern="1200" dirty="0"/>
        </a:p>
      </dsp:txBody>
      <dsp:txXfrm>
        <a:off x="4293596" y="3706005"/>
        <a:ext cx="975569" cy="610983"/>
      </dsp:txXfrm>
    </dsp:sp>
    <dsp:sp modelId="{4A3848F3-00A8-4A43-B1F3-56AAF68D0FD2}">
      <dsp:nvSpPr>
        <dsp:cNvPr id="0" name=""/>
        <dsp:cNvSpPr/>
      </dsp:nvSpPr>
      <dsp:spPr>
        <a:xfrm>
          <a:off x="2011884" y="339841"/>
          <a:ext cx="3862930" cy="3862930"/>
        </a:xfrm>
        <a:custGeom>
          <a:avLst/>
          <a:gdLst/>
          <a:ahLst/>
          <a:cxnLst/>
          <a:rect l="0" t="0" r="0" b="0"/>
          <a:pathLst>
            <a:path>
              <a:moveTo>
                <a:pt x="2122909" y="3853419"/>
              </a:moveTo>
              <a:arcTo wR="1931465" hR="1931465" stAng="5058694" swAng="682612"/>
            </a:path>
          </a:pathLst>
        </a:custGeom>
        <a:noFill/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F7FB16-60A0-4054-9CCC-9644242DEBA8}">
      <dsp:nvSpPr>
        <dsp:cNvPr id="0" name=""/>
        <dsp:cNvSpPr/>
      </dsp:nvSpPr>
      <dsp:spPr>
        <a:xfrm>
          <a:off x="2584480" y="3672952"/>
          <a:ext cx="1041675" cy="677089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Agent Resolves Issue</a:t>
          </a:r>
          <a:endParaRPr lang="en-US" sz="1200" kern="1200" dirty="0"/>
        </a:p>
      </dsp:txBody>
      <dsp:txXfrm>
        <a:off x="2617533" y="3706005"/>
        <a:ext cx="975569" cy="610983"/>
      </dsp:txXfrm>
    </dsp:sp>
    <dsp:sp modelId="{DFA84D42-D073-42B8-9621-0DAD34D669C4}">
      <dsp:nvSpPr>
        <dsp:cNvPr id="0" name=""/>
        <dsp:cNvSpPr/>
      </dsp:nvSpPr>
      <dsp:spPr>
        <a:xfrm>
          <a:off x="2011884" y="339841"/>
          <a:ext cx="3862930" cy="3862930"/>
        </a:xfrm>
        <a:custGeom>
          <a:avLst/>
          <a:gdLst/>
          <a:ahLst/>
          <a:cxnLst/>
          <a:rect l="0" t="0" r="0" b="0"/>
          <a:pathLst>
            <a:path>
              <a:moveTo>
                <a:pt x="494761" y="3222372"/>
              </a:moveTo>
              <a:arcTo wR="1931465" hR="1931465" stAng="8283579" swAng="834822"/>
            </a:path>
          </a:pathLst>
        </a:custGeom>
        <a:noFill/>
        <a:ln w="952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CA2E3C3-FA03-4ECE-BF80-C08D348582AD}">
      <dsp:nvSpPr>
        <dsp:cNvPr id="0" name=""/>
        <dsp:cNvSpPr/>
      </dsp:nvSpPr>
      <dsp:spPr>
        <a:xfrm>
          <a:off x="1539472" y="2362553"/>
          <a:ext cx="1041675" cy="67708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Ticket Closed</a:t>
          </a:r>
          <a:endParaRPr lang="en-US" sz="1200" kern="1200" dirty="0"/>
        </a:p>
      </dsp:txBody>
      <dsp:txXfrm>
        <a:off x="1572525" y="2395606"/>
        <a:ext cx="975569" cy="610983"/>
      </dsp:txXfrm>
    </dsp:sp>
    <dsp:sp modelId="{1879F88B-5B75-458B-BBB2-8C42A82D8616}">
      <dsp:nvSpPr>
        <dsp:cNvPr id="0" name=""/>
        <dsp:cNvSpPr/>
      </dsp:nvSpPr>
      <dsp:spPr>
        <a:xfrm>
          <a:off x="2011884" y="339841"/>
          <a:ext cx="3862930" cy="3862930"/>
        </a:xfrm>
        <a:custGeom>
          <a:avLst/>
          <a:gdLst/>
          <a:ahLst/>
          <a:cxnLst/>
          <a:rect l="0" t="0" r="0" b="0"/>
          <a:pathLst>
            <a:path>
              <a:moveTo>
                <a:pt x="2818" y="1827159"/>
              </a:moveTo>
              <a:arcTo wR="1931465" hR="1931465" stAng="10985741" swAng="1063789"/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DA206C-E48D-4D66-99D1-F2448FF3E664}">
      <dsp:nvSpPr>
        <dsp:cNvPr id="0" name=""/>
        <dsp:cNvSpPr/>
      </dsp:nvSpPr>
      <dsp:spPr>
        <a:xfrm>
          <a:off x="1912431" y="728512"/>
          <a:ext cx="1041675" cy="67708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AI Analyze Outcomes</a:t>
          </a:r>
          <a:endParaRPr lang="en-US" sz="1200" kern="1200" dirty="0"/>
        </a:p>
      </dsp:txBody>
      <dsp:txXfrm>
        <a:off x="1945484" y="761565"/>
        <a:ext cx="975569" cy="610983"/>
      </dsp:txXfrm>
    </dsp:sp>
    <dsp:sp modelId="{D433C4AE-59E8-47EE-8185-F9F5A4D8EF6F}">
      <dsp:nvSpPr>
        <dsp:cNvPr id="0" name=""/>
        <dsp:cNvSpPr/>
      </dsp:nvSpPr>
      <dsp:spPr>
        <a:xfrm>
          <a:off x="2011884" y="339841"/>
          <a:ext cx="3862930" cy="3862930"/>
        </a:xfrm>
        <a:custGeom>
          <a:avLst/>
          <a:gdLst/>
          <a:ahLst/>
          <a:cxnLst/>
          <a:rect l="0" t="0" r="0" b="0"/>
          <a:pathLst>
            <a:path>
              <a:moveTo>
                <a:pt x="886781" y="306905"/>
              </a:moveTo>
              <a:arcTo wR="1931465" hR="1931465" stAng="14235401" swAng="771317"/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3ED7D8-2355-4A09-BDE1-A75757B15997}">
      <dsp:nvSpPr>
        <dsp:cNvPr id="0" name=""/>
        <dsp:cNvSpPr/>
      </dsp:nvSpPr>
      <dsp:spPr>
        <a:xfrm>
          <a:off x="1180121" y="685102"/>
          <a:ext cx="1268367" cy="126836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B79121-0861-4799-951B-2AE1A74FBA27}">
      <dsp:nvSpPr>
        <dsp:cNvPr id="0" name=""/>
        <dsp:cNvSpPr/>
      </dsp:nvSpPr>
      <dsp:spPr>
        <a:xfrm>
          <a:off x="2351" y="2081657"/>
          <a:ext cx="3623906" cy="543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500" kern="1200"/>
            <a:t>Before AI</a:t>
          </a:r>
        </a:p>
      </dsp:txBody>
      <dsp:txXfrm>
        <a:off x="2351" y="2081657"/>
        <a:ext cx="3623906" cy="543585"/>
      </dsp:txXfrm>
    </dsp:sp>
    <dsp:sp modelId="{89096B36-9479-4628-B702-318F64C3206B}">
      <dsp:nvSpPr>
        <dsp:cNvPr id="0" name=""/>
        <dsp:cNvSpPr/>
      </dsp:nvSpPr>
      <dsp:spPr>
        <a:xfrm>
          <a:off x="2351" y="2684866"/>
          <a:ext cx="3623906" cy="9813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Manual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Slow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Reactive</a:t>
          </a:r>
        </a:p>
      </dsp:txBody>
      <dsp:txXfrm>
        <a:off x="2351" y="2684866"/>
        <a:ext cx="3623906" cy="981369"/>
      </dsp:txXfrm>
    </dsp:sp>
    <dsp:sp modelId="{54809CD2-6ADA-4D64-A7E4-273ABDA17F5F}">
      <dsp:nvSpPr>
        <dsp:cNvPr id="0" name=""/>
        <dsp:cNvSpPr/>
      </dsp:nvSpPr>
      <dsp:spPr>
        <a:xfrm>
          <a:off x="5438211" y="685102"/>
          <a:ext cx="1268367" cy="126836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9DF229-4326-4BBB-AC57-BF081DF3D3EF}">
      <dsp:nvSpPr>
        <dsp:cNvPr id="0" name=""/>
        <dsp:cNvSpPr/>
      </dsp:nvSpPr>
      <dsp:spPr>
        <a:xfrm>
          <a:off x="4260441" y="2081657"/>
          <a:ext cx="3623906" cy="5435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500" kern="1200"/>
            <a:t>After AI</a:t>
          </a:r>
        </a:p>
      </dsp:txBody>
      <dsp:txXfrm>
        <a:off x="4260441" y="2081657"/>
        <a:ext cx="3623906" cy="543585"/>
      </dsp:txXfrm>
    </dsp:sp>
    <dsp:sp modelId="{A54B136F-E6E1-437E-B0BE-4891EE08DA04}">
      <dsp:nvSpPr>
        <dsp:cNvPr id="0" name=""/>
        <dsp:cNvSpPr/>
      </dsp:nvSpPr>
      <dsp:spPr>
        <a:xfrm>
          <a:off x="4260441" y="2684866"/>
          <a:ext cx="3623906" cy="9813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Automated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Fast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Proactive</a:t>
          </a:r>
        </a:p>
      </dsp:txBody>
      <dsp:txXfrm>
        <a:off x="4260441" y="2684866"/>
        <a:ext cx="3623906" cy="98136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FD8567-B55A-4BA9-B0AE-13726E7CAE2A}">
      <dsp:nvSpPr>
        <dsp:cNvPr id="0" name=""/>
        <dsp:cNvSpPr/>
      </dsp:nvSpPr>
      <dsp:spPr>
        <a:xfrm>
          <a:off x="2310" y="1565410"/>
          <a:ext cx="1649737" cy="10475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A3DCDC-9B01-4756-A55C-7C673FE607EB}">
      <dsp:nvSpPr>
        <dsp:cNvPr id="0" name=""/>
        <dsp:cNvSpPr/>
      </dsp:nvSpPr>
      <dsp:spPr>
        <a:xfrm>
          <a:off x="185614" y="1739549"/>
          <a:ext cx="1649737" cy="10475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40–60% faster response times</a:t>
          </a:r>
        </a:p>
      </dsp:txBody>
      <dsp:txXfrm>
        <a:off x="216297" y="1770232"/>
        <a:ext cx="1588371" cy="986217"/>
      </dsp:txXfrm>
    </dsp:sp>
    <dsp:sp modelId="{0784225E-9DC9-489C-9EC3-ADEB0FD7E0C5}">
      <dsp:nvSpPr>
        <dsp:cNvPr id="0" name=""/>
        <dsp:cNvSpPr/>
      </dsp:nvSpPr>
      <dsp:spPr>
        <a:xfrm>
          <a:off x="2018656" y="1565410"/>
          <a:ext cx="1649737" cy="10475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C57896-E0C8-45C0-9F32-6EB1600852B7}">
      <dsp:nvSpPr>
        <dsp:cNvPr id="0" name=""/>
        <dsp:cNvSpPr/>
      </dsp:nvSpPr>
      <dsp:spPr>
        <a:xfrm>
          <a:off x="2201960" y="1739549"/>
          <a:ext cx="1649737" cy="10475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Higher customer satisfaction</a:t>
          </a:r>
        </a:p>
      </dsp:txBody>
      <dsp:txXfrm>
        <a:off x="2232643" y="1770232"/>
        <a:ext cx="1588371" cy="986217"/>
      </dsp:txXfrm>
    </dsp:sp>
    <dsp:sp modelId="{B3ACE068-9515-4BFF-9403-34D74C7F66FE}">
      <dsp:nvSpPr>
        <dsp:cNvPr id="0" name=""/>
        <dsp:cNvSpPr/>
      </dsp:nvSpPr>
      <dsp:spPr>
        <a:xfrm>
          <a:off x="4035002" y="1565410"/>
          <a:ext cx="1649737" cy="10475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43B7BE-DBE6-4A50-9BF4-159A859F3DFA}">
      <dsp:nvSpPr>
        <dsp:cNvPr id="0" name=""/>
        <dsp:cNvSpPr/>
      </dsp:nvSpPr>
      <dsp:spPr>
        <a:xfrm>
          <a:off x="4218306" y="1739549"/>
          <a:ext cx="1649737" cy="10475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Lower agent workload</a:t>
          </a:r>
        </a:p>
      </dsp:txBody>
      <dsp:txXfrm>
        <a:off x="4248989" y="1770232"/>
        <a:ext cx="1588371" cy="986217"/>
      </dsp:txXfrm>
    </dsp:sp>
    <dsp:sp modelId="{2BF1D8DF-0BD4-40D8-BA59-E72C29E5CC70}">
      <dsp:nvSpPr>
        <dsp:cNvPr id="0" name=""/>
        <dsp:cNvSpPr/>
      </dsp:nvSpPr>
      <dsp:spPr>
        <a:xfrm>
          <a:off x="6051347" y="1565410"/>
          <a:ext cx="1649737" cy="10475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90D9F2-7971-409C-9FC1-DE308B6CBCF4}">
      <dsp:nvSpPr>
        <dsp:cNvPr id="0" name=""/>
        <dsp:cNvSpPr/>
      </dsp:nvSpPr>
      <dsp:spPr>
        <a:xfrm>
          <a:off x="6234652" y="1739549"/>
          <a:ext cx="1649737" cy="10475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Higher first-contact resolution</a:t>
          </a:r>
          <a:endParaRPr lang="en-US" sz="1900" kern="1200" dirty="0"/>
        </a:p>
      </dsp:txBody>
      <dsp:txXfrm>
        <a:off x="6265335" y="1770232"/>
        <a:ext cx="1588371" cy="98621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EB11AA-20B4-4F7A-9407-38EAB736B37D}">
      <dsp:nvSpPr>
        <dsp:cNvPr id="0" name=""/>
        <dsp:cNvSpPr/>
      </dsp:nvSpPr>
      <dsp:spPr>
        <a:xfrm>
          <a:off x="341781" y="1130473"/>
          <a:ext cx="1062615" cy="106261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870BBC-746B-489A-99E5-B42831EB3BE7}">
      <dsp:nvSpPr>
        <dsp:cNvPr id="0" name=""/>
        <dsp:cNvSpPr/>
      </dsp:nvSpPr>
      <dsp:spPr>
        <a:xfrm>
          <a:off x="568240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C6AE41-37FF-4C1F-9D3B-0A180AB5621E}">
      <dsp:nvSpPr>
        <dsp:cNvPr id="0" name=""/>
        <dsp:cNvSpPr/>
      </dsp:nvSpPr>
      <dsp:spPr>
        <a:xfrm>
          <a:off x="2092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• AI improves efficiency and experience</a:t>
          </a:r>
        </a:p>
      </dsp:txBody>
      <dsp:txXfrm>
        <a:off x="2092" y="2524067"/>
        <a:ext cx="1741992" cy="696796"/>
      </dsp:txXfrm>
    </dsp:sp>
    <dsp:sp modelId="{F6E0C059-349F-4C23-8702-0EB8A6195BCD}">
      <dsp:nvSpPr>
        <dsp:cNvPr id="0" name=""/>
        <dsp:cNvSpPr/>
      </dsp:nvSpPr>
      <dsp:spPr>
        <a:xfrm>
          <a:off x="2388621" y="1130473"/>
          <a:ext cx="1062615" cy="106261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DB1B2C-5F55-4ED6-91F6-BD868967964F}">
      <dsp:nvSpPr>
        <dsp:cNvPr id="0" name=""/>
        <dsp:cNvSpPr/>
      </dsp:nvSpPr>
      <dsp:spPr>
        <a:xfrm>
          <a:off x="2615080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1D90E7-CB85-4003-BA03-15B81BE7689F}">
      <dsp:nvSpPr>
        <dsp:cNvPr id="0" name=""/>
        <dsp:cNvSpPr/>
      </dsp:nvSpPr>
      <dsp:spPr>
        <a:xfrm>
          <a:off x="2048933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• Implement chatbot and ticket AI</a:t>
          </a:r>
        </a:p>
      </dsp:txBody>
      <dsp:txXfrm>
        <a:off x="2048933" y="2524067"/>
        <a:ext cx="1741992" cy="696796"/>
      </dsp:txXfrm>
    </dsp:sp>
    <dsp:sp modelId="{7D14B131-B089-4450-8D01-C523C6D93346}">
      <dsp:nvSpPr>
        <dsp:cNvPr id="0" name=""/>
        <dsp:cNvSpPr/>
      </dsp:nvSpPr>
      <dsp:spPr>
        <a:xfrm>
          <a:off x="4435462" y="1130473"/>
          <a:ext cx="1062615" cy="106261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660499-4CA3-43B0-B3D1-D5F3D7FED98F}">
      <dsp:nvSpPr>
        <dsp:cNvPr id="0" name=""/>
        <dsp:cNvSpPr/>
      </dsp:nvSpPr>
      <dsp:spPr>
        <a:xfrm>
          <a:off x="4661921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F3E998-C72F-4F96-BB84-1EFE4BE15E22}">
      <dsp:nvSpPr>
        <dsp:cNvPr id="0" name=""/>
        <dsp:cNvSpPr/>
      </dsp:nvSpPr>
      <dsp:spPr>
        <a:xfrm>
          <a:off x="4095774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• Monitor metrics</a:t>
          </a:r>
        </a:p>
      </dsp:txBody>
      <dsp:txXfrm>
        <a:off x="4095774" y="2524067"/>
        <a:ext cx="1741992" cy="696796"/>
      </dsp:txXfrm>
    </dsp:sp>
    <dsp:sp modelId="{EB9963EC-735F-42B8-BA6B-3D2DADD8B52C}">
      <dsp:nvSpPr>
        <dsp:cNvPr id="0" name=""/>
        <dsp:cNvSpPr/>
      </dsp:nvSpPr>
      <dsp:spPr>
        <a:xfrm>
          <a:off x="6482303" y="1130473"/>
          <a:ext cx="1062615" cy="106261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F21AEF-F1E1-46D2-B8E8-B4770A63D87F}">
      <dsp:nvSpPr>
        <dsp:cNvPr id="0" name=""/>
        <dsp:cNvSpPr/>
      </dsp:nvSpPr>
      <dsp:spPr>
        <a:xfrm>
          <a:off x="6708762" y="1356932"/>
          <a:ext cx="609697" cy="6096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B8C465-3B7B-4688-B022-2E07DC20A004}">
      <dsp:nvSpPr>
        <dsp:cNvPr id="0" name=""/>
        <dsp:cNvSpPr/>
      </dsp:nvSpPr>
      <dsp:spPr>
        <a:xfrm>
          <a:off x="6142615" y="2524067"/>
          <a:ext cx="1741992" cy="6967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400" kern="1200"/>
            <a:t>• Expand AI capabilities</a:t>
          </a:r>
        </a:p>
      </dsp:txBody>
      <dsp:txXfrm>
        <a:off x="6142615" y="2524067"/>
        <a:ext cx="1741992" cy="6967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8CA06CD6-90CA-4C45-856C-6771339E1E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241173" y="320040"/>
            <a:ext cx="8661654" cy="6217920"/>
          </a:xfrm>
          <a:prstGeom prst="rect">
            <a:avLst/>
          </a:prstGeom>
          <a:solidFill>
            <a:schemeClr val="tx1">
              <a:alpha val="10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963507"/>
            <a:ext cx="2620771" cy="493098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kern="12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AI- Powered Customer </a:t>
            </a:r>
            <a:br>
              <a:rPr lang="en-US" kern="1200">
                <a:solidFill>
                  <a:schemeClr val="accent1"/>
                </a:solidFill>
                <a:latin typeface="+mj-lt"/>
                <a:ea typeface="+mj-ea"/>
                <a:cs typeface="+mj-cs"/>
              </a:rPr>
            </a:br>
            <a:r>
              <a:rPr lang="en-US" kern="120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Support Workflow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021601D-2758-4B15-A31C-FDA184C51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2022" y="963507"/>
            <a:ext cx="4688205" cy="230462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700"/>
          </a:p>
          <a:p>
            <a:pPr marL="0" indent="-228600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7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9B25CB-5126-F98E-361F-2629F637A979}"/>
              </a:ext>
            </a:extLst>
          </p:cNvPr>
          <p:cNvSpPr txBox="1"/>
          <p:nvPr/>
        </p:nvSpPr>
        <p:spPr>
          <a:xfrm>
            <a:off x="3732022" y="3589866"/>
            <a:ext cx="4688205" cy="23046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Valrie Morrison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6995"/>
            <a:ext cx="7886700" cy="1133693"/>
          </a:xfrm>
        </p:spPr>
        <p:txBody>
          <a:bodyPr>
            <a:normAutofit/>
          </a:bodyPr>
          <a:lstStyle/>
          <a:p>
            <a:r>
              <a:rPr lang="en-US" sz="4500"/>
              <a:t>Introduction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5D13084-048F-BCBA-30A6-BAA5B6190D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8989177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87E1C5-0D77-48DF-EDDB-BA57FB08F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C41807-B451-5E92-F966-CB767ABD8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56995"/>
            <a:ext cx="7886700" cy="1133693"/>
          </a:xfrm>
        </p:spPr>
        <p:txBody>
          <a:bodyPr>
            <a:normAutofit/>
          </a:bodyPr>
          <a:lstStyle/>
          <a:p>
            <a:r>
              <a:rPr lang="en-US" sz="4500"/>
              <a:t>Current Workflow Overview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2B2AE97-4D57-ED3D-31CF-7439EEE141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3002766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74271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6995"/>
            <a:ext cx="7886700" cy="1133693"/>
          </a:xfrm>
        </p:spPr>
        <p:txBody>
          <a:bodyPr>
            <a:normAutofit/>
          </a:bodyPr>
          <a:lstStyle/>
          <a:p>
            <a:r>
              <a:rPr lang="en-US" sz="4500"/>
              <a:t>Key Problems Identified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2024DC0-13E8-3A60-52F1-732A2197CE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4911629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6995"/>
            <a:ext cx="7886700" cy="1133693"/>
          </a:xfrm>
        </p:spPr>
        <p:txBody>
          <a:bodyPr>
            <a:normAutofit/>
          </a:bodyPr>
          <a:lstStyle/>
          <a:p>
            <a:r>
              <a:rPr lang="en-US" sz="4500"/>
              <a:t>Customer Complaints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909BF6A-F9A7-0F41-983B-098F712FCC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8846508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8"/>
            <a:ext cx="7886700" cy="1133499"/>
          </a:xfrm>
        </p:spPr>
        <p:txBody>
          <a:bodyPr>
            <a:normAutofit/>
          </a:bodyPr>
          <a:lstStyle/>
          <a:p>
            <a:r>
              <a:rPr lang="en-US" sz="4500"/>
              <a:t>Proposed AI Solutions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83E4F43-F901-24C4-4B4C-71D75BBCD9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02121706"/>
              </p:ext>
            </p:extLst>
          </p:nvPr>
        </p:nvGraphicFramePr>
        <p:xfrm>
          <a:off x="628650" y="1828800"/>
          <a:ext cx="78867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8"/>
            <a:ext cx="7886700" cy="1133499"/>
          </a:xfrm>
        </p:spPr>
        <p:txBody>
          <a:bodyPr>
            <a:normAutofit/>
          </a:bodyPr>
          <a:lstStyle/>
          <a:p>
            <a:r>
              <a:rPr lang="en-US" sz="4500"/>
              <a:t>Identified Workflow Problems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C2986B6-507A-A73F-76CA-199F6FBBC53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5576593"/>
              </p:ext>
            </p:extLst>
          </p:nvPr>
        </p:nvGraphicFramePr>
        <p:xfrm>
          <a:off x="628650" y="1828800"/>
          <a:ext cx="78867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8"/>
            <a:ext cx="7886700" cy="1133499"/>
          </a:xfrm>
        </p:spPr>
        <p:txBody>
          <a:bodyPr>
            <a:normAutofit/>
          </a:bodyPr>
          <a:lstStyle/>
          <a:p>
            <a:r>
              <a:rPr lang="en-US" sz="4500"/>
              <a:t>AI Benefits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57B8B3F-072B-51EC-3163-F69D699811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8790963"/>
              </p:ext>
            </p:extLst>
          </p:nvPr>
        </p:nvGraphicFramePr>
        <p:xfrm>
          <a:off x="628650" y="1828800"/>
          <a:ext cx="78867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6995"/>
            <a:ext cx="7886700" cy="113369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Customer Support Workflow Flowchart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A24BE9C6-F255-D918-CA14-F5D728C45E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48605629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A0D262-BDBA-7165-0D95-AE556035A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BD8439-8A1A-2E27-BFDC-1D9DF09D9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556995"/>
            <a:ext cx="7886700" cy="113369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Before AI vs After AI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021E253E-A6B4-47C4-4E4A-8603ED20D6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18239229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78469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8"/>
            <a:ext cx="7886700" cy="1133499"/>
          </a:xfrm>
        </p:spPr>
        <p:txBody>
          <a:bodyPr>
            <a:normAutofit/>
          </a:bodyPr>
          <a:lstStyle/>
          <a:p>
            <a:r>
              <a:rPr lang="en-US" sz="4500"/>
              <a:t>Expected Outcomes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3242ACA3-D0BC-2F00-ACCD-A6EA348981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4626728"/>
              </p:ext>
            </p:extLst>
          </p:nvPr>
        </p:nvGraphicFramePr>
        <p:xfrm>
          <a:off x="628650" y="1828800"/>
          <a:ext cx="78867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6995"/>
            <a:ext cx="7886700" cy="1133693"/>
          </a:xfrm>
        </p:spPr>
        <p:txBody>
          <a:bodyPr>
            <a:normAutofit/>
          </a:bodyPr>
          <a:lstStyle/>
          <a:p>
            <a:r>
              <a:rPr lang="en-US" sz="4500"/>
              <a:t>Conclusion &amp; Recommendations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3575E89-C20C-8011-6814-9058BDE96B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6025984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554eecc5-e26c-4620-b240-5a8bb326c33d}" enabled="1" method="Privileged" siteId="{fae6d70f-954b-4811-92b6-0530d6f84c4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240</Words>
  <Application>Microsoft Office PowerPoint</Application>
  <PresentationFormat>On-screen Show (4:3)</PresentationFormat>
  <Paragraphs>69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AI- Powered Customer  Support Workflow</vt:lpstr>
      <vt:lpstr>Introduction</vt:lpstr>
      <vt:lpstr>Current Workflow Overview</vt:lpstr>
      <vt:lpstr>Key Problems Identified</vt:lpstr>
      <vt:lpstr>Customer Complaints</vt:lpstr>
      <vt:lpstr>Proposed AI Solutions</vt:lpstr>
      <vt:lpstr>Identified Workflow Problems</vt:lpstr>
      <vt:lpstr>AI Benefits</vt:lpstr>
      <vt:lpstr>Customer Support Workflow Flowchart</vt:lpstr>
      <vt:lpstr>Before AI vs After AI</vt:lpstr>
      <vt:lpstr>Expected Outcomes</vt:lpstr>
      <vt:lpstr>Conclusion &amp;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Davis, Latashia K SSG USARMY 9 MSN SUP CMD (USA)</dc:creator>
  <cp:keywords/>
  <dc:description>generated using python-pptx</dc:description>
  <cp:lastModifiedBy>Davis, Latashia K SSG USARMY 9 MSN SUP CMD (USA)</cp:lastModifiedBy>
  <cp:revision>4</cp:revision>
  <dcterms:created xsi:type="dcterms:W3CDTF">2013-01-27T09:14:16Z</dcterms:created>
  <dcterms:modified xsi:type="dcterms:W3CDTF">2026-02-04T20:49:38Z</dcterms:modified>
  <cp:category/>
</cp:coreProperties>
</file>